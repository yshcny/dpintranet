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sldIdLst>
    <p:sldId id="265" r:id="rId5"/>
    <p:sldId id="669" r:id="rId6"/>
    <p:sldId id="670" r:id="rId7"/>
    <p:sldId id="285" r:id="rId8"/>
    <p:sldId id="267" r:id="rId9"/>
    <p:sldId id="671" r:id="rId10"/>
    <p:sldId id="676" r:id="rId11"/>
    <p:sldId id="672" r:id="rId12"/>
    <p:sldId id="673" r:id="rId13"/>
    <p:sldId id="674" r:id="rId14"/>
    <p:sldId id="675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7321FA-B0D5-4230-877E-46196763185A}" v="44" dt="2026-06-09T00:10:25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mpei Imada(今田　進平)" userId="0f308342-6817-4cbb-b2ea-bf5c47488631" providerId="ADAL" clId="{7F390823-B556-47E4-8708-7D696D144847}"/>
    <pc:docChg chg="undo custSel addSld delSld modSld">
      <pc:chgData name="Shimpei Imada(今田　進平)" userId="0f308342-6817-4cbb-b2ea-bf5c47488631" providerId="ADAL" clId="{7F390823-B556-47E4-8708-7D696D144847}" dt="2026-06-09T00:10:46.100" v="2533" actId="20577"/>
      <pc:docMkLst>
        <pc:docMk/>
      </pc:docMkLst>
      <pc:sldChg chg="modSp mod">
        <pc:chgData name="Shimpei Imada(今田　進平)" userId="0f308342-6817-4cbb-b2ea-bf5c47488631" providerId="ADAL" clId="{7F390823-B556-47E4-8708-7D696D144847}" dt="2026-06-09T00:08:07.078" v="2369" actId="20577"/>
        <pc:sldMkLst>
          <pc:docMk/>
          <pc:sldMk cId="579940425" sldId="265"/>
        </pc:sldMkLst>
        <pc:spChg chg="mod">
          <ac:chgData name="Shimpei Imada(今田　進平)" userId="0f308342-6817-4cbb-b2ea-bf5c47488631" providerId="ADAL" clId="{7F390823-B556-47E4-8708-7D696D144847}" dt="2026-06-09T00:08:07.078" v="2369" actId="20577"/>
          <ac:spMkLst>
            <pc:docMk/>
            <pc:sldMk cId="579940425" sldId="265"/>
            <ac:spMk id="8" creationId="{5CB94C31-E7CF-4CDA-B204-25E2B7C3AEC3}"/>
          </ac:spMkLst>
        </pc:spChg>
      </pc:sldChg>
      <pc:sldChg chg="addSp delSp modSp mod">
        <pc:chgData name="Shimpei Imada(今田　進平)" userId="0f308342-6817-4cbb-b2ea-bf5c47488631" providerId="ADAL" clId="{7F390823-B556-47E4-8708-7D696D144847}" dt="2026-06-08T08:31:48.997" v="1649" actId="20577"/>
        <pc:sldMkLst>
          <pc:docMk/>
          <pc:sldMk cId="1653607438" sldId="267"/>
        </pc:sldMkLst>
        <pc:spChg chg="mod">
          <ac:chgData name="Shimpei Imada(今田　進平)" userId="0f308342-6817-4cbb-b2ea-bf5c47488631" providerId="ADAL" clId="{7F390823-B556-47E4-8708-7D696D144847}" dt="2026-06-08T07:59:23.019" v="1464"/>
          <ac:spMkLst>
            <pc:docMk/>
            <pc:sldMk cId="1653607438" sldId="267"/>
            <ac:spMk id="3" creationId="{E7CE0C60-5ECE-40F1-9EB4-FD6334045800}"/>
          </ac:spMkLst>
        </pc:spChg>
        <pc:spChg chg="add del mod">
          <ac:chgData name="Shimpei Imada(今田　進平)" userId="0f308342-6817-4cbb-b2ea-bf5c47488631" providerId="ADAL" clId="{7F390823-B556-47E4-8708-7D696D144847}" dt="2026-06-08T07:59:11.144" v="1463" actId="478"/>
          <ac:spMkLst>
            <pc:docMk/>
            <pc:sldMk cId="1653607438" sldId="267"/>
            <ac:spMk id="5" creationId="{AC03D34B-0213-C647-FBAE-9D8ABE250E7E}"/>
          </ac:spMkLst>
        </pc:spChg>
        <pc:spChg chg="add mod">
          <ac:chgData name="Shimpei Imada(今田　進平)" userId="0f308342-6817-4cbb-b2ea-bf5c47488631" providerId="ADAL" clId="{7F390823-B556-47E4-8708-7D696D144847}" dt="2026-06-08T08:00:14.625" v="1477" actId="14100"/>
          <ac:spMkLst>
            <pc:docMk/>
            <pc:sldMk cId="1653607438" sldId="267"/>
            <ac:spMk id="7" creationId="{A6533C95-845C-DD6F-992A-421781EEAAE4}"/>
          </ac:spMkLst>
        </pc:spChg>
        <pc:spChg chg="add mod">
          <ac:chgData name="Shimpei Imada(今田　進平)" userId="0f308342-6817-4cbb-b2ea-bf5c47488631" providerId="ADAL" clId="{7F390823-B556-47E4-8708-7D696D144847}" dt="2026-06-08T08:27:47.353" v="1545" actId="14100"/>
          <ac:spMkLst>
            <pc:docMk/>
            <pc:sldMk cId="1653607438" sldId="267"/>
            <ac:spMk id="8" creationId="{82111ADE-5EAE-68FE-23C2-B2450111B9D6}"/>
          </ac:spMkLst>
        </pc:spChg>
        <pc:spChg chg="add del mod">
          <ac:chgData name="Shimpei Imada(今田　進平)" userId="0f308342-6817-4cbb-b2ea-bf5c47488631" providerId="ADAL" clId="{7F390823-B556-47E4-8708-7D696D144847}" dt="2026-06-08T08:26:00.630" v="1526" actId="478"/>
          <ac:spMkLst>
            <pc:docMk/>
            <pc:sldMk cId="1653607438" sldId="267"/>
            <ac:spMk id="15" creationId="{DC9DD9C5-ED41-A0CD-6751-BD7B7215D20A}"/>
          </ac:spMkLst>
        </pc:spChg>
        <pc:spChg chg="add mod">
          <ac:chgData name="Shimpei Imada(今田　進平)" userId="0f308342-6817-4cbb-b2ea-bf5c47488631" providerId="ADAL" clId="{7F390823-B556-47E4-8708-7D696D144847}" dt="2026-06-08T08:27:58.634" v="1547" actId="1076"/>
          <ac:spMkLst>
            <pc:docMk/>
            <pc:sldMk cId="1653607438" sldId="267"/>
            <ac:spMk id="16" creationId="{F4FD6765-ED28-23A5-8A8D-39A07235FF44}"/>
          </ac:spMkLst>
        </pc:spChg>
        <pc:spChg chg="add del mod">
          <ac:chgData name="Shimpei Imada(今田　進平)" userId="0f308342-6817-4cbb-b2ea-bf5c47488631" providerId="ADAL" clId="{7F390823-B556-47E4-8708-7D696D144847}" dt="2026-06-08T08:31:38.435" v="1629" actId="478"/>
          <ac:spMkLst>
            <pc:docMk/>
            <pc:sldMk cId="1653607438" sldId="267"/>
            <ac:spMk id="17" creationId="{A787BC2D-A30A-5F25-A50C-484CABAEC3B5}"/>
          </ac:spMkLst>
        </pc:spChg>
        <pc:spChg chg="add mod">
          <ac:chgData name="Shimpei Imada(今田　進平)" userId="0f308342-6817-4cbb-b2ea-bf5c47488631" providerId="ADAL" clId="{7F390823-B556-47E4-8708-7D696D144847}" dt="2026-06-08T08:31:48.997" v="1649" actId="20577"/>
          <ac:spMkLst>
            <pc:docMk/>
            <pc:sldMk cId="1653607438" sldId="267"/>
            <ac:spMk id="18" creationId="{DC20957B-E83F-5F38-4908-EB1301469DD7}"/>
          </ac:spMkLst>
        </pc:spChg>
        <pc:graphicFrameChg chg="del">
          <ac:chgData name="Shimpei Imada(今田　進平)" userId="0f308342-6817-4cbb-b2ea-bf5c47488631" providerId="ADAL" clId="{7F390823-B556-47E4-8708-7D696D144847}" dt="2026-06-08T07:59:08.212" v="1462" actId="478"/>
          <ac:graphicFrameMkLst>
            <pc:docMk/>
            <pc:sldMk cId="1653607438" sldId="267"/>
            <ac:graphicFrameMk id="11" creationId="{5F940126-E82E-444F-B52F-9B5F359B0BD6}"/>
          </ac:graphicFrameMkLst>
        </pc:graphicFrameChg>
        <pc:graphicFrameChg chg="add del mod modGraphic">
          <ac:chgData name="Shimpei Imada(今田　進平)" userId="0f308342-6817-4cbb-b2ea-bf5c47488631" providerId="ADAL" clId="{7F390823-B556-47E4-8708-7D696D144847}" dt="2026-06-08T08:31:39.727" v="1630" actId="478"/>
          <ac:graphicFrameMkLst>
            <pc:docMk/>
            <pc:sldMk cId="1653607438" sldId="267"/>
            <ac:graphicFrameMk id="19" creationId="{680853C9-FAC5-82E7-2B0D-93A5D7319435}"/>
          </ac:graphicFrameMkLst>
        </pc:graphicFrameChg>
        <pc:picChg chg="add mod">
          <ac:chgData name="Shimpei Imada(今田　進平)" userId="0f308342-6817-4cbb-b2ea-bf5c47488631" providerId="ADAL" clId="{7F390823-B556-47E4-8708-7D696D144847}" dt="2026-06-08T08:23:55.968" v="1504" actId="1076"/>
          <ac:picMkLst>
            <pc:docMk/>
            <pc:sldMk cId="1653607438" sldId="267"/>
            <ac:picMk id="9" creationId="{6C46A47F-C581-4791-265E-884689316B46}"/>
          </ac:picMkLst>
        </pc:picChg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432730015" sldId="283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750810545" sldId="284"/>
        </pc:sldMkLst>
      </pc:sldChg>
      <pc:sldChg chg="addSp delSp modSp mod">
        <pc:chgData name="Shimpei Imada(今田　進平)" userId="0f308342-6817-4cbb-b2ea-bf5c47488631" providerId="ADAL" clId="{7F390823-B556-47E4-8708-7D696D144847}" dt="2026-06-08T07:58:19.338" v="1460" actId="1076"/>
        <pc:sldMkLst>
          <pc:docMk/>
          <pc:sldMk cId="2372966921" sldId="285"/>
        </pc:sldMkLst>
        <pc:spChg chg="del">
          <ac:chgData name="Shimpei Imada(今田　進平)" userId="0f308342-6817-4cbb-b2ea-bf5c47488631" providerId="ADAL" clId="{7F390823-B556-47E4-8708-7D696D144847}" dt="2026-06-08T07:58:01.389" v="1457" actId="478"/>
          <ac:spMkLst>
            <pc:docMk/>
            <pc:sldMk cId="2372966921" sldId="285"/>
            <ac:spMk id="4" creationId="{45305A87-B0B0-FF59-CB85-487BC23D8E8F}"/>
          </ac:spMkLst>
        </pc:spChg>
        <pc:spChg chg="add del mod">
          <ac:chgData name="Shimpei Imada(今田　進平)" userId="0f308342-6817-4cbb-b2ea-bf5c47488631" providerId="ADAL" clId="{7F390823-B556-47E4-8708-7D696D144847}" dt="2026-06-08T07:57:57.113" v="1456" actId="478"/>
          <ac:spMkLst>
            <pc:docMk/>
            <pc:sldMk cId="2372966921" sldId="285"/>
            <ac:spMk id="6" creationId="{5A390509-AAA5-E6F9-FCF2-8E17064A1A63}"/>
          </ac:spMkLst>
        </pc:spChg>
        <pc:spChg chg="del">
          <ac:chgData name="Shimpei Imada(今田　進平)" userId="0f308342-6817-4cbb-b2ea-bf5c47488631" providerId="ADAL" clId="{7F390823-B556-47E4-8708-7D696D144847}" dt="2026-06-08T07:57:54.609" v="1455" actId="478"/>
          <ac:spMkLst>
            <pc:docMk/>
            <pc:sldMk cId="2372966921" sldId="285"/>
            <ac:spMk id="8" creationId="{2C4E10D3-E222-3D7C-5005-CD1626D2EA5A}"/>
          </ac:spMkLst>
        </pc:spChg>
        <pc:spChg chg="add del mod">
          <ac:chgData name="Shimpei Imada(今田　進平)" userId="0f308342-6817-4cbb-b2ea-bf5c47488631" providerId="ADAL" clId="{7F390823-B556-47E4-8708-7D696D144847}" dt="2026-06-08T07:58:02.537" v="1458" actId="478"/>
          <ac:spMkLst>
            <pc:docMk/>
            <pc:sldMk cId="2372966921" sldId="285"/>
            <ac:spMk id="9" creationId="{A9CC9165-8576-F665-779C-75EDF2749F58}"/>
          </ac:spMkLst>
        </pc:spChg>
        <pc:spChg chg="add mod">
          <ac:chgData name="Shimpei Imada(今田　進平)" userId="0f308342-6817-4cbb-b2ea-bf5c47488631" providerId="ADAL" clId="{7F390823-B556-47E4-8708-7D696D144847}" dt="2026-06-08T07:58:19.338" v="1460" actId="1076"/>
          <ac:spMkLst>
            <pc:docMk/>
            <pc:sldMk cId="2372966921" sldId="285"/>
            <ac:spMk id="10" creationId="{433E1474-130C-1B44-309D-078E937D5239}"/>
          </ac:spMkLst>
        </pc:spChg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4092908565" sldId="286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869318024" sldId="287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681441449" sldId="288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2535099533" sldId="289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3144446165" sldId="291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3414711101" sldId="292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55542353" sldId="294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3260857975" sldId="295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3521088582" sldId="296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2769548625" sldId="297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499008304" sldId="298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770441885" sldId="299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2565027796" sldId="300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3303126624" sldId="302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547139696" sldId="628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2851940792" sldId="659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635636122" sldId="660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11706238" sldId="661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437650388" sldId="662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4107211478" sldId="663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2538599302" sldId="664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665484122" sldId="665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482278822" sldId="666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824342336" sldId="667"/>
        </pc:sldMkLst>
      </pc:sldChg>
      <pc:sldChg chg="del">
        <pc:chgData name="Shimpei Imada(今田　進平)" userId="0f308342-6817-4cbb-b2ea-bf5c47488631" providerId="ADAL" clId="{7F390823-B556-47E4-8708-7D696D144847}" dt="2026-06-08T07:59:03.169" v="1461" actId="47"/>
        <pc:sldMkLst>
          <pc:docMk/>
          <pc:sldMk cId="1094030484" sldId="668"/>
        </pc:sldMkLst>
      </pc:sldChg>
      <pc:sldChg chg="addSp delSp modSp add mod">
        <pc:chgData name="Shimpei Imada(今田　進平)" userId="0f308342-6817-4cbb-b2ea-bf5c47488631" providerId="ADAL" clId="{7F390823-B556-47E4-8708-7D696D144847}" dt="2026-06-05T09:20:08.470" v="1408" actId="20577"/>
        <pc:sldMkLst>
          <pc:docMk/>
          <pc:sldMk cId="1381462459" sldId="669"/>
        </pc:sldMkLst>
        <pc:spChg chg="mod">
          <ac:chgData name="Shimpei Imada(今田　進平)" userId="0f308342-6817-4cbb-b2ea-bf5c47488631" providerId="ADAL" clId="{7F390823-B556-47E4-8708-7D696D144847}" dt="2026-06-05T09:13:46.938" v="1315" actId="20577"/>
          <ac:spMkLst>
            <pc:docMk/>
            <pc:sldMk cId="1381462459" sldId="669"/>
            <ac:spMk id="2" creationId="{54DECB44-0A90-4027-A8E9-73BFE63F9153}"/>
          </ac:spMkLst>
        </pc:spChg>
        <pc:spChg chg="mod">
          <ac:chgData name="Shimpei Imada(今田　進平)" userId="0f308342-6817-4cbb-b2ea-bf5c47488631" providerId="ADAL" clId="{7F390823-B556-47E4-8708-7D696D144847}" dt="2026-06-05T07:05:16.736" v="82" actId="20577"/>
          <ac:spMkLst>
            <pc:docMk/>
            <pc:sldMk cId="1381462459" sldId="669"/>
            <ac:spMk id="3" creationId="{EB4264F9-7AAC-67FC-55BA-4A8428389630}"/>
          </ac:spMkLst>
        </pc:spChg>
        <pc:spChg chg="add mod">
          <ac:chgData name="Shimpei Imada(今田　進平)" userId="0f308342-6817-4cbb-b2ea-bf5c47488631" providerId="ADAL" clId="{7F390823-B556-47E4-8708-7D696D144847}" dt="2026-06-05T07:17:55.287" v="106" actId="113"/>
          <ac:spMkLst>
            <pc:docMk/>
            <pc:sldMk cId="1381462459" sldId="669"/>
            <ac:spMk id="6" creationId="{BABF1312-1A79-CC8E-3E12-BAA721951396}"/>
          </ac:spMkLst>
        </pc:spChg>
        <pc:spChg chg="add mod">
          <ac:chgData name="Shimpei Imada(今田　進平)" userId="0f308342-6817-4cbb-b2ea-bf5c47488631" providerId="ADAL" clId="{7F390823-B556-47E4-8708-7D696D144847}" dt="2026-06-05T08:49:07.054" v="890" actId="2711"/>
          <ac:spMkLst>
            <pc:docMk/>
            <pc:sldMk cId="1381462459" sldId="669"/>
            <ac:spMk id="7" creationId="{BA57BA7F-3C32-87B3-4649-A30B97BC1204}"/>
          </ac:spMkLst>
        </pc:spChg>
        <pc:spChg chg="add mod">
          <ac:chgData name="Shimpei Imada(今田　進平)" userId="0f308342-6817-4cbb-b2ea-bf5c47488631" providerId="ADAL" clId="{7F390823-B556-47E4-8708-7D696D144847}" dt="2026-06-05T08:49:07.054" v="890" actId="2711"/>
          <ac:spMkLst>
            <pc:docMk/>
            <pc:sldMk cId="1381462459" sldId="669"/>
            <ac:spMk id="8" creationId="{C1E667DF-7958-D8FB-B4A6-713A61C3B26B}"/>
          </ac:spMkLst>
        </pc:spChg>
        <pc:spChg chg="add mod">
          <ac:chgData name="Shimpei Imada(今田　進平)" userId="0f308342-6817-4cbb-b2ea-bf5c47488631" providerId="ADAL" clId="{7F390823-B556-47E4-8708-7D696D144847}" dt="2026-06-05T08:49:07.054" v="890" actId="2711"/>
          <ac:spMkLst>
            <pc:docMk/>
            <pc:sldMk cId="1381462459" sldId="669"/>
            <ac:spMk id="9" creationId="{21108237-90B0-88D2-756B-FD1A7C28E8E2}"/>
          </ac:spMkLst>
        </pc:spChg>
        <pc:spChg chg="add mod">
          <ac:chgData name="Shimpei Imada(今田　進平)" userId="0f308342-6817-4cbb-b2ea-bf5c47488631" providerId="ADAL" clId="{7F390823-B556-47E4-8708-7D696D144847}" dt="2026-06-05T07:26:24.874" v="273" actId="1038"/>
          <ac:spMkLst>
            <pc:docMk/>
            <pc:sldMk cId="1381462459" sldId="669"/>
            <ac:spMk id="14" creationId="{343D6061-994D-0E63-DE18-60E5E85DA94A}"/>
          </ac:spMkLst>
        </pc:spChg>
        <pc:spChg chg="add mod">
          <ac:chgData name="Shimpei Imada(今田　進平)" userId="0f308342-6817-4cbb-b2ea-bf5c47488631" providerId="ADAL" clId="{7F390823-B556-47E4-8708-7D696D144847}" dt="2026-06-05T08:49:07.054" v="890" actId="2711"/>
          <ac:spMkLst>
            <pc:docMk/>
            <pc:sldMk cId="1381462459" sldId="669"/>
            <ac:spMk id="15" creationId="{42FE7B91-4C10-6A87-4241-D0175B553AEB}"/>
          </ac:spMkLst>
        </pc:spChg>
        <pc:spChg chg="add mod">
          <ac:chgData name="Shimpei Imada(今田　進平)" userId="0f308342-6817-4cbb-b2ea-bf5c47488631" providerId="ADAL" clId="{7F390823-B556-47E4-8708-7D696D144847}" dt="2026-06-05T08:50:40.570" v="972" actId="1036"/>
          <ac:spMkLst>
            <pc:docMk/>
            <pc:sldMk cId="1381462459" sldId="669"/>
            <ac:spMk id="17" creationId="{DDC857F1-95AC-D366-675C-1B73D537E810}"/>
          </ac:spMkLst>
        </pc:spChg>
        <pc:spChg chg="add mod ord">
          <ac:chgData name="Shimpei Imada(今田　進平)" userId="0f308342-6817-4cbb-b2ea-bf5c47488631" providerId="ADAL" clId="{7F390823-B556-47E4-8708-7D696D144847}" dt="2026-06-05T09:07:52.911" v="1260" actId="14100"/>
          <ac:spMkLst>
            <pc:docMk/>
            <pc:sldMk cId="1381462459" sldId="669"/>
            <ac:spMk id="18" creationId="{4CEE0227-207C-1BFD-91E3-0B41E845F328}"/>
          </ac:spMkLst>
        </pc:spChg>
        <pc:spChg chg="add mod">
          <ac:chgData name="Shimpei Imada(今田　進平)" userId="0f308342-6817-4cbb-b2ea-bf5c47488631" providerId="ADAL" clId="{7F390823-B556-47E4-8708-7D696D144847}" dt="2026-06-05T08:50:40.570" v="972" actId="1036"/>
          <ac:spMkLst>
            <pc:docMk/>
            <pc:sldMk cId="1381462459" sldId="669"/>
            <ac:spMk id="19" creationId="{E9D9DB65-5CF6-A395-51EE-F98023B8C362}"/>
          </ac:spMkLst>
        </pc:spChg>
        <pc:spChg chg="add mod">
          <ac:chgData name="Shimpei Imada(今田　進平)" userId="0f308342-6817-4cbb-b2ea-bf5c47488631" providerId="ADAL" clId="{7F390823-B556-47E4-8708-7D696D144847}" dt="2026-06-05T08:50:40.570" v="972" actId="1036"/>
          <ac:spMkLst>
            <pc:docMk/>
            <pc:sldMk cId="1381462459" sldId="669"/>
            <ac:spMk id="20" creationId="{F72FDAA6-4434-B615-7ECB-C9E9891A61C6}"/>
          </ac:spMkLst>
        </pc:spChg>
        <pc:spChg chg="add mod">
          <ac:chgData name="Shimpei Imada(今田　進平)" userId="0f308342-6817-4cbb-b2ea-bf5c47488631" providerId="ADAL" clId="{7F390823-B556-47E4-8708-7D696D144847}" dt="2026-06-05T08:50:40.570" v="972" actId="1036"/>
          <ac:spMkLst>
            <pc:docMk/>
            <pc:sldMk cId="1381462459" sldId="669"/>
            <ac:spMk id="21" creationId="{6A802EAB-5F6D-B6C7-13E6-467062DDC44D}"/>
          </ac:spMkLst>
        </pc:spChg>
        <pc:spChg chg="add mod">
          <ac:chgData name="Shimpei Imada(今田　進平)" userId="0f308342-6817-4cbb-b2ea-bf5c47488631" providerId="ADAL" clId="{7F390823-B556-47E4-8708-7D696D144847}" dt="2026-06-05T08:40:35.649" v="782" actId="688"/>
          <ac:spMkLst>
            <pc:docMk/>
            <pc:sldMk cId="1381462459" sldId="669"/>
            <ac:spMk id="22" creationId="{9DE9B2D7-6E33-0D99-7BC8-330D58767F52}"/>
          </ac:spMkLst>
        </pc:spChg>
        <pc:spChg chg="add mod">
          <ac:chgData name="Shimpei Imada(今田　進平)" userId="0f308342-6817-4cbb-b2ea-bf5c47488631" providerId="ADAL" clId="{7F390823-B556-47E4-8708-7D696D144847}" dt="2026-06-05T08:51:34.685" v="992" actId="14100"/>
          <ac:spMkLst>
            <pc:docMk/>
            <pc:sldMk cId="1381462459" sldId="669"/>
            <ac:spMk id="24" creationId="{209A6769-404B-35FC-F678-21BCA17E0E4B}"/>
          </ac:spMkLst>
        </pc:spChg>
        <pc:spChg chg="add mod">
          <ac:chgData name="Shimpei Imada(今田　進平)" userId="0f308342-6817-4cbb-b2ea-bf5c47488631" providerId="ADAL" clId="{7F390823-B556-47E4-8708-7D696D144847}" dt="2026-06-05T08:51:25.437" v="991" actId="20577"/>
          <ac:spMkLst>
            <pc:docMk/>
            <pc:sldMk cId="1381462459" sldId="669"/>
            <ac:spMk id="25" creationId="{743DBEA1-1584-3689-80E9-44D7A893CA98}"/>
          </ac:spMkLst>
        </pc:spChg>
        <pc:spChg chg="add mod">
          <ac:chgData name="Shimpei Imada(今田　進平)" userId="0f308342-6817-4cbb-b2ea-bf5c47488631" providerId="ADAL" clId="{7F390823-B556-47E4-8708-7D696D144847}" dt="2026-06-05T08:49:07.054" v="890" actId="2711"/>
          <ac:spMkLst>
            <pc:docMk/>
            <pc:sldMk cId="1381462459" sldId="669"/>
            <ac:spMk id="26" creationId="{8B396A13-FD54-568D-021D-25713FFB3EA4}"/>
          </ac:spMkLst>
        </pc:spChg>
        <pc:spChg chg="add mod">
          <ac:chgData name="Shimpei Imada(今田　進平)" userId="0f308342-6817-4cbb-b2ea-bf5c47488631" providerId="ADAL" clId="{7F390823-B556-47E4-8708-7D696D144847}" dt="2026-06-05T08:52:12.433" v="1032" actId="14100"/>
          <ac:spMkLst>
            <pc:docMk/>
            <pc:sldMk cId="1381462459" sldId="669"/>
            <ac:spMk id="27" creationId="{AE917E18-76FF-A7C7-5015-6380925BDFE6}"/>
          </ac:spMkLst>
        </pc:spChg>
        <pc:spChg chg="add mod">
          <ac:chgData name="Shimpei Imada(今田　進平)" userId="0f308342-6817-4cbb-b2ea-bf5c47488631" providerId="ADAL" clId="{7F390823-B556-47E4-8708-7D696D144847}" dt="2026-06-05T08:50:54.015" v="975" actId="1076"/>
          <ac:spMkLst>
            <pc:docMk/>
            <pc:sldMk cId="1381462459" sldId="669"/>
            <ac:spMk id="30" creationId="{0F36D8F8-F4AD-8DD1-C860-3E8CA0C5CA55}"/>
          </ac:spMkLst>
        </pc:spChg>
        <pc:spChg chg="add mod">
          <ac:chgData name="Shimpei Imada(今田　進平)" userId="0f308342-6817-4cbb-b2ea-bf5c47488631" providerId="ADAL" clId="{7F390823-B556-47E4-8708-7D696D144847}" dt="2026-06-05T09:08:04.841" v="1261" actId="115"/>
          <ac:spMkLst>
            <pc:docMk/>
            <pc:sldMk cId="1381462459" sldId="669"/>
            <ac:spMk id="31" creationId="{D1980797-08DA-35A4-CB78-59E9601C2FC6}"/>
          </ac:spMkLst>
        </pc:spChg>
        <pc:spChg chg="add mod">
          <ac:chgData name="Shimpei Imada(今田　進平)" userId="0f308342-6817-4cbb-b2ea-bf5c47488631" providerId="ADAL" clId="{7F390823-B556-47E4-8708-7D696D144847}" dt="2026-06-05T09:13:14.767" v="1308" actId="1076"/>
          <ac:spMkLst>
            <pc:docMk/>
            <pc:sldMk cId="1381462459" sldId="669"/>
            <ac:spMk id="32" creationId="{2B71CDE3-4844-5E17-01C9-C5E6CEF79D66}"/>
          </ac:spMkLst>
        </pc:spChg>
        <pc:spChg chg="add mod">
          <ac:chgData name="Shimpei Imada(今田　進平)" userId="0f308342-6817-4cbb-b2ea-bf5c47488631" providerId="ADAL" clId="{7F390823-B556-47E4-8708-7D696D144847}" dt="2026-06-05T09:20:08.470" v="1408" actId="20577"/>
          <ac:spMkLst>
            <pc:docMk/>
            <pc:sldMk cId="1381462459" sldId="669"/>
            <ac:spMk id="33" creationId="{483B422F-389F-76E8-3ABF-A0D3AF5221FB}"/>
          </ac:spMkLst>
        </pc:spChg>
        <pc:spChg chg="add mod">
          <ac:chgData name="Shimpei Imada(今田　進平)" userId="0f308342-6817-4cbb-b2ea-bf5c47488631" providerId="ADAL" clId="{7F390823-B556-47E4-8708-7D696D144847}" dt="2026-06-05T09:07:47.690" v="1259" actId="1076"/>
          <ac:spMkLst>
            <pc:docMk/>
            <pc:sldMk cId="1381462459" sldId="669"/>
            <ac:spMk id="34" creationId="{B398A933-E797-D29F-E140-0952EF3D5CF9}"/>
          </ac:spMkLst>
        </pc:spChg>
      </pc:sldChg>
      <pc:sldChg chg="addSp delSp modSp add mod">
        <pc:chgData name="Shimpei Imada(今田　進平)" userId="0f308342-6817-4cbb-b2ea-bf5c47488631" providerId="ADAL" clId="{7F390823-B556-47E4-8708-7D696D144847}" dt="2026-06-05T09:28:59.400" v="1454" actId="478"/>
        <pc:sldMkLst>
          <pc:docMk/>
          <pc:sldMk cId="94095482" sldId="670"/>
        </pc:sldMkLst>
        <pc:spChg chg="add mod">
          <ac:chgData name="Shimpei Imada(今田　進平)" userId="0f308342-6817-4cbb-b2ea-bf5c47488631" providerId="ADAL" clId="{7F390823-B556-47E4-8708-7D696D144847}" dt="2026-06-05T09:28:47.809" v="1451" actId="1076"/>
          <ac:spMkLst>
            <pc:docMk/>
            <pc:sldMk cId="94095482" sldId="670"/>
            <ac:spMk id="4" creationId="{15E19DA9-38DA-64EE-7409-1755D759CE0A}"/>
          </ac:spMkLst>
        </pc:spChg>
        <pc:spChg chg="mod">
          <ac:chgData name="Shimpei Imada(今田　進平)" userId="0f308342-6817-4cbb-b2ea-bf5c47488631" providerId="ADAL" clId="{7F390823-B556-47E4-8708-7D696D144847}" dt="2026-06-05T08:55:02.309" v="1198" actId="20577"/>
          <ac:spMkLst>
            <pc:docMk/>
            <pc:sldMk cId="94095482" sldId="670"/>
            <ac:spMk id="6" creationId="{A14313C9-6374-B746-774C-79BCBEE05E9A}"/>
          </ac:spMkLst>
        </pc:spChg>
        <pc:spChg chg="mod">
          <ac:chgData name="Shimpei Imada(今田　進平)" userId="0f308342-6817-4cbb-b2ea-bf5c47488631" providerId="ADAL" clId="{7F390823-B556-47E4-8708-7D696D144847}" dt="2026-06-05T09:27:27.335" v="1411" actId="20577"/>
          <ac:spMkLst>
            <pc:docMk/>
            <pc:sldMk cId="94095482" sldId="670"/>
            <ac:spMk id="7" creationId="{4FC8B09D-893E-286F-5AB5-BCAA7FCDADEC}"/>
          </ac:spMkLst>
        </pc:spChg>
        <pc:spChg chg="mod">
          <ac:chgData name="Shimpei Imada(今田　進平)" userId="0f308342-6817-4cbb-b2ea-bf5c47488631" providerId="ADAL" clId="{7F390823-B556-47E4-8708-7D696D144847}" dt="2026-06-05T09:28:10.685" v="1442" actId="1076"/>
          <ac:spMkLst>
            <pc:docMk/>
            <pc:sldMk cId="94095482" sldId="670"/>
            <ac:spMk id="9" creationId="{C084AFFB-CF41-6E61-F624-0C4EBB2C0132}"/>
          </ac:spMkLst>
        </pc:spChg>
        <pc:spChg chg="mod">
          <ac:chgData name="Shimpei Imada(今田　進平)" userId="0f308342-6817-4cbb-b2ea-bf5c47488631" providerId="ADAL" clId="{7F390823-B556-47E4-8708-7D696D144847}" dt="2026-06-05T09:28:08.262" v="1441" actId="1076"/>
          <ac:spMkLst>
            <pc:docMk/>
            <pc:sldMk cId="94095482" sldId="670"/>
            <ac:spMk id="14" creationId="{04120DCB-DB58-3D2D-7746-D08785EEE4DB}"/>
          </ac:spMkLst>
        </pc:spChg>
        <pc:spChg chg="mod">
          <ac:chgData name="Shimpei Imada(今田　進平)" userId="0f308342-6817-4cbb-b2ea-bf5c47488631" providerId="ADAL" clId="{7F390823-B556-47E4-8708-7D696D144847}" dt="2026-06-05T09:28:00.621" v="1439" actId="20577"/>
          <ac:spMkLst>
            <pc:docMk/>
            <pc:sldMk cId="94095482" sldId="670"/>
            <ac:spMk id="15" creationId="{F09463FF-DBAF-3278-2284-786562AA2B96}"/>
          </ac:spMkLst>
        </pc:spChg>
        <pc:spChg chg="mod">
          <ac:chgData name="Shimpei Imada(今田　進平)" userId="0f308342-6817-4cbb-b2ea-bf5c47488631" providerId="ADAL" clId="{7F390823-B556-47E4-8708-7D696D144847}" dt="2026-06-05T09:28:31.599" v="1448" actId="20577"/>
          <ac:spMkLst>
            <pc:docMk/>
            <pc:sldMk cId="94095482" sldId="670"/>
            <ac:spMk id="17" creationId="{7333F3F7-D347-2EA7-497F-16C83680FA69}"/>
          </ac:spMkLst>
        </pc:spChg>
        <pc:spChg chg="mod">
          <ac:chgData name="Shimpei Imada(今田　進平)" userId="0f308342-6817-4cbb-b2ea-bf5c47488631" providerId="ADAL" clId="{7F390823-B556-47E4-8708-7D696D144847}" dt="2026-06-05T09:28:50.651" v="1452" actId="14100"/>
          <ac:spMkLst>
            <pc:docMk/>
            <pc:sldMk cId="94095482" sldId="670"/>
            <ac:spMk id="18" creationId="{535EC6DC-F073-21E7-A842-1D75E550A051}"/>
          </ac:spMkLst>
        </pc:spChg>
      </pc:sldChg>
      <pc:sldChg chg="addSp delSp modSp add mod">
        <pc:chgData name="Shimpei Imada(今田　進平)" userId="0f308342-6817-4cbb-b2ea-bf5c47488631" providerId="ADAL" clId="{7F390823-B556-47E4-8708-7D696D144847}" dt="2026-06-08T08:43:26.790" v="1992" actId="2165"/>
        <pc:sldMkLst>
          <pc:docMk/>
          <pc:sldMk cId="3334963543" sldId="671"/>
        </pc:sldMkLst>
        <pc:spChg chg="add mod">
          <ac:chgData name="Shimpei Imada(今田　進平)" userId="0f308342-6817-4cbb-b2ea-bf5c47488631" providerId="ADAL" clId="{7F390823-B556-47E4-8708-7D696D144847}" dt="2026-06-08T08:34:47.050" v="1766" actId="115"/>
          <ac:spMkLst>
            <pc:docMk/>
            <pc:sldMk cId="3334963543" sldId="671"/>
            <ac:spMk id="4" creationId="{807F8B3D-097D-29B5-5901-4030048339B7}"/>
          </ac:spMkLst>
        </pc:spChg>
        <pc:spChg chg="add mod">
          <ac:chgData name="Shimpei Imada(今田　進平)" userId="0f308342-6817-4cbb-b2ea-bf5c47488631" providerId="ADAL" clId="{7F390823-B556-47E4-8708-7D696D144847}" dt="2026-06-08T08:34:43.371" v="1765" actId="1076"/>
          <ac:spMkLst>
            <pc:docMk/>
            <pc:sldMk cId="3334963543" sldId="671"/>
            <ac:spMk id="5" creationId="{03E3C7A7-F2E7-E517-6512-F85D11D42D20}"/>
          </ac:spMkLst>
        </pc:spChg>
        <pc:spChg chg="add mod">
          <ac:chgData name="Shimpei Imada(今田　進平)" userId="0f308342-6817-4cbb-b2ea-bf5c47488631" providerId="ADAL" clId="{7F390823-B556-47E4-8708-7D696D144847}" dt="2026-06-08T08:43:18.136" v="1991" actId="1076"/>
          <ac:spMkLst>
            <pc:docMk/>
            <pc:sldMk cId="3334963543" sldId="671"/>
            <ac:spMk id="6" creationId="{702EA17C-63E3-6332-B941-5A3344D79EEB}"/>
          </ac:spMkLst>
        </pc:spChg>
        <pc:spChg chg="del">
          <ac:chgData name="Shimpei Imada(今田　進平)" userId="0f308342-6817-4cbb-b2ea-bf5c47488631" providerId="ADAL" clId="{7F390823-B556-47E4-8708-7D696D144847}" dt="2026-06-08T08:31:55.374" v="1650" actId="478"/>
          <ac:spMkLst>
            <pc:docMk/>
            <pc:sldMk cId="3334963543" sldId="671"/>
            <ac:spMk id="8" creationId="{99668DF7-74B1-EA60-54A5-4A4576CE56AF}"/>
          </ac:spMkLst>
        </pc:spChg>
        <pc:spChg chg="add del mod">
          <ac:chgData name="Shimpei Imada(今田　進平)" userId="0f308342-6817-4cbb-b2ea-bf5c47488631" providerId="ADAL" clId="{7F390823-B556-47E4-8708-7D696D144847}" dt="2026-06-08T08:42:22.596" v="1914" actId="478"/>
          <ac:spMkLst>
            <pc:docMk/>
            <pc:sldMk cId="3334963543" sldId="671"/>
            <ac:spMk id="11" creationId="{CA6D765B-5087-EEB3-BE58-203AB240AD88}"/>
          </ac:spMkLst>
        </pc:spChg>
        <pc:spChg chg="del">
          <ac:chgData name="Shimpei Imada(今田　進平)" userId="0f308342-6817-4cbb-b2ea-bf5c47488631" providerId="ADAL" clId="{7F390823-B556-47E4-8708-7D696D144847}" dt="2026-06-08T08:31:56.253" v="1651" actId="478"/>
          <ac:spMkLst>
            <pc:docMk/>
            <pc:sldMk cId="3334963543" sldId="671"/>
            <ac:spMk id="16" creationId="{C0CAD8BD-44A9-2162-392F-07A4135078D5}"/>
          </ac:spMkLst>
        </pc:spChg>
        <pc:spChg chg="mod">
          <ac:chgData name="Shimpei Imada(今田　進平)" userId="0f308342-6817-4cbb-b2ea-bf5c47488631" providerId="ADAL" clId="{7F390823-B556-47E4-8708-7D696D144847}" dt="2026-06-08T08:32:10.747" v="1658" actId="14100"/>
          <ac:spMkLst>
            <pc:docMk/>
            <pc:sldMk cId="3334963543" sldId="671"/>
            <ac:spMk id="17" creationId="{688B41ED-21BF-CEFA-1F44-6671AB8C873E}"/>
          </ac:spMkLst>
        </pc:spChg>
        <pc:spChg chg="mod">
          <ac:chgData name="Shimpei Imada(今田　進平)" userId="0f308342-6817-4cbb-b2ea-bf5c47488631" providerId="ADAL" clId="{7F390823-B556-47E4-8708-7D696D144847}" dt="2026-06-08T08:33:36.653" v="1728" actId="255"/>
          <ac:spMkLst>
            <pc:docMk/>
            <pc:sldMk cId="3334963543" sldId="671"/>
            <ac:spMk id="18" creationId="{3FA00B82-8602-C018-CAF5-72444F03AC60}"/>
          </ac:spMkLst>
        </pc:spChg>
        <pc:graphicFrameChg chg="mod modGraphic">
          <ac:chgData name="Shimpei Imada(今田　進平)" userId="0f308342-6817-4cbb-b2ea-bf5c47488631" providerId="ADAL" clId="{7F390823-B556-47E4-8708-7D696D144847}" dt="2026-06-08T08:43:26.790" v="1992" actId="2165"/>
          <ac:graphicFrameMkLst>
            <pc:docMk/>
            <pc:sldMk cId="3334963543" sldId="671"/>
            <ac:graphicFrameMk id="19" creationId="{B8AA1484-7FFB-8A25-51E3-8F90A7DF5B1F}"/>
          </ac:graphicFrameMkLst>
        </pc:graphicFrameChg>
        <pc:picChg chg="del">
          <ac:chgData name="Shimpei Imada(今田　進平)" userId="0f308342-6817-4cbb-b2ea-bf5c47488631" providerId="ADAL" clId="{7F390823-B556-47E4-8708-7D696D144847}" dt="2026-06-08T08:31:55.374" v="1650" actId="478"/>
          <ac:picMkLst>
            <pc:docMk/>
            <pc:sldMk cId="3334963543" sldId="671"/>
            <ac:picMk id="9" creationId="{1AB20622-ADD6-B3A3-0E08-5AF31DE19C3A}"/>
          </ac:picMkLst>
        </pc:picChg>
      </pc:sldChg>
      <pc:sldChg chg="addSp delSp modSp add mod">
        <pc:chgData name="Shimpei Imada(今田　進平)" userId="0f308342-6817-4cbb-b2ea-bf5c47488631" providerId="ADAL" clId="{7F390823-B556-47E4-8708-7D696D144847}" dt="2026-06-08T08:56:17.910" v="2067" actId="313"/>
        <pc:sldMkLst>
          <pc:docMk/>
          <pc:sldMk cId="3555949705" sldId="672"/>
        </pc:sldMkLst>
        <pc:spChg chg="del">
          <ac:chgData name="Shimpei Imada(今田　進平)" userId="0f308342-6817-4cbb-b2ea-bf5c47488631" providerId="ADAL" clId="{7F390823-B556-47E4-8708-7D696D144847}" dt="2026-06-08T08:44:23.704" v="1999" actId="478"/>
          <ac:spMkLst>
            <pc:docMk/>
            <pc:sldMk cId="3555949705" sldId="672"/>
            <ac:spMk id="4" creationId="{DE79B14F-9294-8530-4EB0-7BBE62825165}"/>
          </ac:spMkLst>
        </pc:spChg>
        <pc:spChg chg="del">
          <ac:chgData name="Shimpei Imada(今田　進平)" userId="0f308342-6817-4cbb-b2ea-bf5c47488631" providerId="ADAL" clId="{7F390823-B556-47E4-8708-7D696D144847}" dt="2026-06-08T08:44:23.704" v="1999" actId="478"/>
          <ac:spMkLst>
            <pc:docMk/>
            <pc:sldMk cId="3555949705" sldId="672"/>
            <ac:spMk id="5" creationId="{12C2C7C8-42B9-57D8-2820-2D93A8B31294}"/>
          </ac:spMkLst>
        </pc:spChg>
        <pc:spChg chg="del">
          <ac:chgData name="Shimpei Imada(今田　進平)" userId="0f308342-6817-4cbb-b2ea-bf5c47488631" providerId="ADAL" clId="{7F390823-B556-47E4-8708-7D696D144847}" dt="2026-06-08T08:44:23.704" v="1999" actId="478"/>
          <ac:spMkLst>
            <pc:docMk/>
            <pc:sldMk cId="3555949705" sldId="672"/>
            <ac:spMk id="6" creationId="{FA40A868-34EB-5AF3-0113-2FA356F0333A}"/>
          </ac:spMkLst>
        </pc:spChg>
        <pc:spChg chg="mod">
          <ac:chgData name="Shimpei Imada(今田　進平)" userId="0f308342-6817-4cbb-b2ea-bf5c47488631" providerId="ADAL" clId="{7F390823-B556-47E4-8708-7D696D144847}" dt="2026-06-08T08:52:45.229" v="2016" actId="14100"/>
          <ac:spMkLst>
            <pc:docMk/>
            <pc:sldMk cId="3555949705" sldId="672"/>
            <ac:spMk id="7" creationId="{1A301313-F1EC-8AEC-30CF-96D9A0953C0C}"/>
          </ac:spMkLst>
        </pc:spChg>
        <pc:spChg chg="del">
          <ac:chgData name="Shimpei Imada(今田　進平)" userId="0f308342-6817-4cbb-b2ea-bf5c47488631" providerId="ADAL" clId="{7F390823-B556-47E4-8708-7D696D144847}" dt="2026-06-08T08:44:23.704" v="1999" actId="478"/>
          <ac:spMkLst>
            <pc:docMk/>
            <pc:sldMk cId="3555949705" sldId="672"/>
            <ac:spMk id="17" creationId="{ED8837C3-012E-90C3-24CC-39C8E4A71716}"/>
          </ac:spMkLst>
        </pc:spChg>
        <pc:spChg chg="del">
          <ac:chgData name="Shimpei Imada(今田　進平)" userId="0f308342-6817-4cbb-b2ea-bf5c47488631" providerId="ADAL" clId="{7F390823-B556-47E4-8708-7D696D144847}" dt="2026-06-08T08:44:27.763" v="2000" actId="478"/>
          <ac:spMkLst>
            <pc:docMk/>
            <pc:sldMk cId="3555949705" sldId="672"/>
            <ac:spMk id="18" creationId="{E60CA8FC-75B1-DCDA-7F03-F979DC0EFD5C}"/>
          </ac:spMkLst>
        </pc:spChg>
        <pc:graphicFrameChg chg="add mod modGraphic">
          <ac:chgData name="Shimpei Imada(今田　進平)" userId="0f308342-6817-4cbb-b2ea-bf5c47488631" providerId="ADAL" clId="{7F390823-B556-47E4-8708-7D696D144847}" dt="2026-06-08T08:56:17.910" v="2067" actId="313"/>
          <ac:graphicFrameMkLst>
            <pc:docMk/>
            <pc:sldMk cId="3555949705" sldId="672"/>
            <ac:graphicFrameMk id="8" creationId="{3BC45889-BA80-0542-D691-33572ED0FCAC}"/>
          </ac:graphicFrameMkLst>
        </pc:graphicFrameChg>
        <pc:graphicFrameChg chg="del">
          <ac:chgData name="Shimpei Imada(今田　進平)" userId="0f308342-6817-4cbb-b2ea-bf5c47488631" providerId="ADAL" clId="{7F390823-B556-47E4-8708-7D696D144847}" dt="2026-06-08T08:44:23.704" v="1999" actId="478"/>
          <ac:graphicFrameMkLst>
            <pc:docMk/>
            <pc:sldMk cId="3555949705" sldId="672"/>
            <ac:graphicFrameMk id="19" creationId="{BDBAAFC3-2263-1657-5444-9ED3C2569F56}"/>
          </ac:graphicFrameMkLst>
        </pc:graphicFrameChg>
      </pc:sldChg>
      <pc:sldChg chg="addSp delSp modSp add mod">
        <pc:chgData name="Shimpei Imada(今田　進平)" userId="0f308342-6817-4cbb-b2ea-bf5c47488631" providerId="ADAL" clId="{7F390823-B556-47E4-8708-7D696D144847}" dt="2026-06-08T09:04:25.078" v="2195" actId="20577"/>
        <pc:sldMkLst>
          <pc:docMk/>
          <pc:sldMk cId="2625512142" sldId="673"/>
        </pc:sldMkLst>
        <pc:spChg chg="add del mod">
          <ac:chgData name="Shimpei Imada(今田　進平)" userId="0f308342-6817-4cbb-b2ea-bf5c47488631" providerId="ADAL" clId="{7F390823-B556-47E4-8708-7D696D144847}" dt="2026-06-08T09:00:17.187" v="2163" actId="478"/>
          <ac:spMkLst>
            <pc:docMk/>
            <pc:sldMk cId="2625512142" sldId="673"/>
            <ac:spMk id="5" creationId="{C94AF326-1D5F-80C6-DE43-7DE91E93348B}"/>
          </ac:spMkLst>
        </pc:spChg>
        <pc:graphicFrameChg chg="add mod modGraphic">
          <ac:chgData name="Shimpei Imada(今田　進平)" userId="0f308342-6817-4cbb-b2ea-bf5c47488631" providerId="ADAL" clId="{7F390823-B556-47E4-8708-7D696D144847}" dt="2026-06-08T09:04:25.078" v="2195" actId="20577"/>
          <ac:graphicFrameMkLst>
            <pc:docMk/>
            <pc:sldMk cId="2625512142" sldId="673"/>
            <ac:graphicFrameMk id="6" creationId="{94B127CA-955B-60E3-2811-53A7079DB7C4}"/>
          </ac:graphicFrameMkLst>
        </pc:graphicFrameChg>
        <pc:graphicFrameChg chg="del">
          <ac:chgData name="Shimpei Imada(今田　進平)" userId="0f308342-6817-4cbb-b2ea-bf5c47488631" providerId="ADAL" clId="{7F390823-B556-47E4-8708-7D696D144847}" dt="2026-06-08T08:56:30.567" v="2069" actId="478"/>
          <ac:graphicFrameMkLst>
            <pc:docMk/>
            <pc:sldMk cId="2625512142" sldId="673"/>
            <ac:graphicFrameMk id="8" creationId="{B298F6F9-3988-678D-D964-5D048933698F}"/>
          </ac:graphicFrameMkLst>
        </pc:graphicFrameChg>
      </pc:sldChg>
      <pc:sldChg chg="addSp delSp modSp add mod">
        <pc:chgData name="Shimpei Imada(今田　進平)" userId="0f308342-6817-4cbb-b2ea-bf5c47488631" providerId="ADAL" clId="{7F390823-B556-47E4-8708-7D696D144847}" dt="2026-06-08T09:26:21.313" v="2345" actId="1076"/>
        <pc:sldMkLst>
          <pc:docMk/>
          <pc:sldMk cId="3078954084" sldId="674"/>
        </pc:sldMkLst>
        <pc:spChg chg="mod">
          <ac:chgData name="Shimpei Imada(今田　進平)" userId="0f308342-6817-4cbb-b2ea-bf5c47488631" providerId="ADAL" clId="{7F390823-B556-47E4-8708-7D696D144847}" dt="2026-06-08T09:11:40.208" v="2256" actId="20577"/>
          <ac:spMkLst>
            <pc:docMk/>
            <pc:sldMk cId="3078954084" sldId="674"/>
            <ac:spMk id="2" creationId="{ED3D58B9-BEF9-7E81-FECB-46483C16FCAF}"/>
          </ac:spMkLst>
        </pc:spChg>
        <pc:spChg chg="add del">
          <ac:chgData name="Shimpei Imada(今田　進平)" userId="0f308342-6817-4cbb-b2ea-bf5c47488631" providerId="ADAL" clId="{7F390823-B556-47E4-8708-7D696D144847}" dt="2026-06-08T09:08:11.415" v="2245" actId="478"/>
          <ac:spMkLst>
            <pc:docMk/>
            <pc:sldMk cId="3078954084" sldId="674"/>
            <ac:spMk id="5" creationId="{5402BED0-5124-F689-F6C2-E539D91318A4}"/>
          </ac:spMkLst>
        </pc:spChg>
        <pc:spChg chg="del mod">
          <ac:chgData name="Shimpei Imada(今田　進平)" userId="0f308342-6817-4cbb-b2ea-bf5c47488631" providerId="ADAL" clId="{7F390823-B556-47E4-8708-7D696D144847}" dt="2026-06-08T09:26:03.662" v="2342" actId="478"/>
          <ac:spMkLst>
            <pc:docMk/>
            <pc:sldMk cId="3078954084" sldId="674"/>
            <ac:spMk id="7" creationId="{56CDEDAE-553A-445D-7CE0-027A0F8984CD}"/>
          </ac:spMkLst>
        </pc:spChg>
        <pc:spChg chg="add mod">
          <ac:chgData name="Shimpei Imada(今田　進平)" userId="0f308342-6817-4cbb-b2ea-bf5c47488631" providerId="ADAL" clId="{7F390823-B556-47E4-8708-7D696D144847}" dt="2026-06-08T09:26:12.675" v="2343"/>
          <ac:spMkLst>
            <pc:docMk/>
            <pc:sldMk cId="3078954084" sldId="674"/>
            <ac:spMk id="11" creationId="{022226A6-C4AD-9157-934C-FF106F69B1D8}"/>
          </ac:spMkLst>
        </pc:spChg>
        <pc:spChg chg="add mod">
          <ac:chgData name="Shimpei Imada(今田　進平)" userId="0f308342-6817-4cbb-b2ea-bf5c47488631" providerId="ADAL" clId="{7F390823-B556-47E4-8708-7D696D144847}" dt="2026-06-08T09:26:12.675" v="2343"/>
          <ac:spMkLst>
            <pc:docMk/>
            <pc:sldMk cId="3078954084" sldId="674"/>
            <ac:spMk id="15" creationId="{6C1F1EBF-1DC7-2A21-DCC9-48A9551C521A}"/>
          </ac:spMkLst>
        </pc:spChg>
        <pc:spChg chg="add mod">
          <ac:chgData name="Shimpei Imada(今田　進平)" userId="0f308342-6817-4cbb-b2ea-bf5c47488631" providerId="ADAL" clId="{7F390823-B556-47E4-8708-7D696D144847}" dt="2026-06-08T09:26:21.313" v="2345" actId="1076"/>
          <ac:spMkLst>
            <pc:docMk/>
            <pc:sldMk cId="3078954084" sldId="674"/>
            <ac:spMk id="16" creationId="{BD3BEB53-4603-0B28-3FCD-C2197704A978}"/>
          </ac:spMkLst>
        </pc:spChg>
        <pc:graphicFrameChg chg="del">
          <ac:chgData name="Shimpei Imada(今田　進平)" userId="0f308342-6817-4cbb-b2ea-bf5c47488631" providerId="ADAL" clId="{7F390823-B556-47E4-8708-7D696D144847}" dt="2026-06-08T09:02:56.165" v="2175" actId="478"/>
          <ac:graphicFrameMkLst>
            <pc:docMk/>
            <pc:sldMk cId="3078954084" sldId="674"/>
            <ac:graphicFrameMk id="6" creationId="{7CE720AF-D41D-9E9B-CF27-4BEF25237869}"/>
          </ac:graphicFrameMkLst>
        </pc:graphicFrameChg>
        <pc:picChg chg="add del">
          <ac:chgData name="Shimpei Imada(今田　進平)" userId="0f308342-6817-4cbb-b2ea-bf5c47488631" providerId="ADAL" clId="{7F390823-B556-47E4-8708-7D696D144847}" dt="2026-06-08T09:11:39.582" v="2255" actId="22"/>
          <ac:picMkLst>
            <pc:docMk/>
            <pc:sldMk cId="3078954084" sldId="674"/>
            <ac:picMk id="9" creationId="{6DFAC385-6803-E68C-912C-03FAFF19EE92}"/>
          </ac:picMkLst>
        </pc:picChg>
        <pc:picChg chg="add mod">
          <ac:chgData name="Shimpei Imada(今田　進平)" userId="0f308342-6817-4cbb-b2ea-bf5c47488631" providerId="ADAL" clId="{7F390823-B556-47E4-8708-7D696D144847}" dt="2026-06-08T09:26:18.100" v="2344" actId="14100"/>
          <ac:picMkLst>
            <pc:docMk/>
            <pc:sldMk cId="3078954084" sldId="674"/>
            <ac:picMk id="14" creationId="{59259FEA-492C-BE7B-C868-C03856F7B2AD}"/>
          </ac:picMkLst>
        </pc:picChg>
      </pc:sldChg>
      <pc:sldChg chg="addSp delSp modSp add mod">
        <pc:chgData name="Shimpei Imada(今田　進平)" userId="0f308342-6817-4cbb-b2ea-bf5c47488631" providerId="ADAL" clId="{7F390823-B556-47E4-8708-7D696D144847}" dt="2026-06-08T09:41:27.747" v="2357" actId="1076"/>
        <pc:sldMkLst>
          <pc:docMk/>
          <pc:sldMk cId="1079474630" sldId="675"/>
        </pc:sldMkLst>
        <pc:spChg chg="mod">
          <ac:chgData name="Shimpei Imada(今田　進平)" userId="0f308342-6817-4cbb-b2ea-bf5c47488631" providerId="ADAL" clId="{7F390823-B556-47E4-8708-7D696D144847}" dt="2026-06-08T09:08:36.542" v="2251" actId="27636"/>
          <ac:spMkLst>
            <pc:docMk/>
            <pc:sldMk cId="1079474630" sldId="675"/>
            <ac:spMk id="3" creationId="{FC85CEA4-2991-B600-94E7-AFD2B2B1B406}"/>
          </ac:spMkLst>
        </pc:spChg>
        <pc:spChg chg="add del mod">
          <ac:chgData name="Shimpei Imada(今田　進平)" userId="0f308342-6817-4cbb-b2ea-bf5c47488631" providerId="ADAL" clId="{7F390823-B556-47E4-8708-7D696D144847}" dt="2026-06-08T09:26:42.048" v="2347" actId="478"/>
          <ac:spMkLst>
            <pc:docMk/>
            <pc:sldMk cId="1079474630" sldId="675"/>
            <ac:spMk id="6" creationId="{6F6E2546-4F10-E9E6-7505-CBE7FD88163D}"/>
          </ac:spMkLst>
        </pc:spChg>
        <pc:spChg chg="add del mod">
          <ac:chgData name="Shimpei Imada(今田　進平)" userId="0f308342-6817-4cbb-b2ea-bf5c47488631" providerId="ADAL" clId="{7F390823-B556-47E4-8708-7D696D144847}" dt="2026-06-08T09:26:47.825" v="2349" actId="478"/>
          <ac:spMkLst>
            <pc:docMk/>
            <pc:sldMk cId="1079474630" sldId="675"/>
            <ac:spMk id="7" creationId="{5B838AC6-C915-FDF4-897F-9B100E43615A}"/>
          </ac:spMkLst>
        </pc:spChg>
        <pc:spChg chg="add del mod">
          <ac:chgData name="Shimpei Imada(今田　進平)" userId="0f308342-6817-4cbb-b2ea-bf5c47488631" providerId="ADAL" clId="{7F390823-B556-47E4-8708-7D696D144847}" dt="2026-06-08T09:26:43.725" v="2348" actId="478"/>
          <ac:spMkLst>
            <pc:docMk/>
            <pc:sldMk cId="1079474630" sldId="675"/>
            <ac:spMk id="8" creationId="{BCF33FB4-7B3B-D790-8373-2F40A4E5DFCC}"/>
          </ac:spMkLst>
        </pc:spChg>
        <pc:picChg chg="add del mod">
          <ac:chgData name="Shimpei Imada(今田　進平)" userId="0f308342-6817-4cbb-b2ea-bf5c47488631" providerId="ADAL" clId="{7F390823-B556-47E4-8708-7D696D144847}" dt="2026-06-08T09:26:40.027" v="2346" actId="478"/>
          <ac:picMkLst>
            <pc:docMk/>
            <pc:sldMk cId="1079474630" sldId="675"/>
            <ac:picMk id="5" creationId="{435C3BB4-EB1A-DD0F-2F1F-F1CB36C9572C}"/>
          </ac:picMkLst>
        </pc:picChg>
        <pc:picChg chg="add del mod">
          <ac:chgData name="Shimpei Imada(今田　進平)" userId="0f308342-6817-4cbb-b2ea-bf5c47488631" providerId="ADAL" clId="{7F390823-B556-47E4-8708-7D696D144847}" dt="2026-06-08T09:27:28.906" v="2356" actId="478"/>
          <ac:picMkLst>
            <pc:docMk/>
            <pc:sldMk cId="1079474630" sldId="675"/>
            <ac:picMk id="9" creationId="{0B49AF66-EE9C-7FE9-9AEB-042034D4DB34}"/>
          </ac:picMkLst>
        </pc:picChg>
        <pc:picChg chg="mod">
          <ac:chgData name="Shimpei Imada(今田　進平)" userId="0f308342-6817-4cbb-b2ea-bf5c47488631" providerId="ADAL" clId="{7F390823-B556-47E4-8708-7D696D144847}" dt="2026-06-08T09:41:27.747" v="2357" actId="1076"/>
          <ac:picMkLst>
            <pc:docMk/>
            <pc:sldMk cId="1079474630" sldId="675"/>
            <ac:picMk id="11" creationId="{62AEFDF5-E966-F959-F804-68CBA2389B73}"/>
          </ac:picMkLst>
        </pc:picChg>
      </pc:sldChg>
      <pc:sldChg chg="delSp modSp add mod">
        <pc:chgData name="Shimpei Imada(今田　進平)" userId="0f308342-6817-4cbb-b2ea-bf5c47488631" providerId="ADAL" clId="{7F390823-B556-47E4-8708-7D696D144847}" dt="2026-06-09T00:10:46.100" v="2533" actId="20577"/>
        <pc:sldMkLst>
          <pc:docMk/>
          <pc:sldMk cId="1386261548" sldId="676"/>
        </pc:sldMkLst>
        <pc:spChg chg="del">
          <ac:chgData name="Shimpei Imada(今田　進平)" userId="0f308342-6817-4cbb-b2ea-bf5c47488631" providerId="ADAL" clId="{7F390823-B556-47E4-8708-7D696D144847}" dt="2026-06-09T00:09:47.247" v="2473" actId="478"/>
          <ac:spMkLst>
            <pc:docMk/>
            <pc:sldMk cId="1386261548" sldId="676"/>
            <ac:spMk id="6" creationId="{0AEDB181-B159-AFD5-624C-3343F53238A3}"/>
          </ac:spMkLst>
        </pc:spChg>
        <pc:spChg chg="mod">
          <ac:chgData name="Shimpei Imada(今田　進平)" userId="0f308342-6817-4cbb-b2ea-bf5c47488631" providerId="ADAL" clId="{7F390823-B556-47E4-8708-7D696D144847}" dt="2026-06-09T00:08:34.219" v="2385" actId="14100"/>
          <ac:spMkLst>
            <pc:docMk/>
            <pc:sldMk cId="1386261548" sldId="676"/>
            <ac:spMk id="7" creationId="{BD109F87-6ADB-7090-FC4A-34919C336A19}"/>
          </ac:spMkLst>
        </pc:spChg>
        <pc:graphicFrameChg chg="mod modGraphic">
          <ac:chgData name="Shimpei Imada(今田　進平)" userId="0f308342-6817-4cbb-b2ea-bf5c47488631" providerId="ADAL" clId="{7F390823-B556-47E4-8708-7D696D144847}" dt="2026-06-09T00:10:46.100" v="2533" actId="20577"/>
          <ac:graphicFrameMkLst>
            <pc:docMk/>
            <pc:sldMk cId="1386261548" sldId="676"/>
            <ac:graphicFrameMk id="19" creationId="{9B165DEB-3AE0-15F0-5AA1-F89235F0FF4C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EBEE6-DFCF-4FD2-BF14-2F0C5CD211CC}" type="datetimeFigureOut">
              <a:rPr kumimoji="1" lang="ja-JP" altLang="en-US" smtClean="0"/>
              <a:t>2026/6/9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3008C8-DB9A-45F3-B024-D7F614485C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9484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3008C8-DB9A-45F3-B024-D7F614485C7E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2662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978128-BB3F-4CAC-A562-58C749EC32D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Proving Ground BPLJSKB Bekasi PPP Project</a:t>
            </a:r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37CAE5-A5F8-4736-9462-B12B3F2DB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16" name="日付プレースホルダー 1">
            <a:extLst>
              <a:ext uri="{FF2B5EF4-FFF2-40B4-BE49-F238E27FC236}">
                <a16:creationId xmlns:a16="http://schemas.microsoft.com/office/drawing/2014/main" id="{EFBFB249-EB55-0C1B-9232-25AC69CF3B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552B3069-986C-4260-8675-3FAEB450A5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8" name="スライド番号プレースホルダー 3">
            <a:extLst>
              <a:ext uri="{FF2B5EF4-FFF2-40B4-BE49-F238E27FC236}">
                <a16:creationId xmlns:a16="http://schemas.microsoft.com/office/drawing/2014/main" id="{C64CDF28-C6A0-9D45-51EE-E72800531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9064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7CD236-9E9D-41D5-AA57-347F84750B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12"/>
            <a:ext cx="10515600" cy="301519"/>
          </a:xfrm>
        </p:spPr>
        <p:txBody>
          <a:bodyPr>
            <a:noAutofit/>
          </a:bodyPr>
          <a:lstStyle>
            <a:lvl1pPr>
              <a:defRPr sz="1600" b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1" lang="en-US" altLang="ja-JP"/>
              <a:t>Consulting Services for DED, TA, CS, CD and OM for the Dalton Pass East Alignment Road Project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4C6F37-94AF-4469-A99E-6FEEE2FAA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7515"/>
            <a:ext cx="10515600" cy="486944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9D8BED3-7CBB-4BCC-A7B9-A9A867D2329B}"/>
              </a:ext>
            </a:extLst>
          </p:cNvPr>
          <p:cNvCxnSpPr/>
          <p:nvPr userDrawn="1"/>
        </p:nvCxnSpPr>
        <p:spPr>
          <a:xfrm>
            <a:off x="153824" y="401652"/>
            <a:ext cx="119726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5F6B45E-4338-4F1D-BFB3-33802A69928B}"/>
              </a:ext>
            </a:extLst>
          </p:cNvPr>
          <p:cNvCxnSpPr/>
          <p:nvPr userDrawn="1"/>
        </p:nvCxnSpPr>
        <p:spPr>
          <a:xfrm>
            <a:off x="153824" y="1220625"/>
            <a:ext cx="119726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コンテンツ プレースホルダー 2">
            <a:extLst>
              <a:ext uri="{FF2B5EF4-FFF2-40B4-BE49-F238E27FC236}">
                <a16:creationId xmlns:a16="http://schemas.microsoft.com/office/drawing/2014/main" id="{2684AC8B-A450-4331-8309-A7CC48B032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38200" y="445814"/>
            <a:ext cx="10515600" cy="723534"/>
          </a:xfrm>
        </p:spPr>
        <p:txBody>
          <a:bodyPr/>
          <a:lstStyle>
            <a:lvl1pPr marL="514350" indent="-514350">
              <a:spcBef>
                <a:spcPts val="600"/>
              </a:spcBef>
              <a:buFont typeface="+mj-lt"/>
              <a:buAutoNum type="arabicPeriod"/>
              <a:defRPr b="1"/>
            </a:lvl1pPr>
            <a:lvl2pPr marL="914400" indent="-457200">
              <a:spcBef>
                <a:spcPts val="0"/>
              </a:spcBef>
              <a:buFont typeface="+mj-lt"/>
              <a:buAutoNum type="arabicPeriod"/>
              <a:defRPr b="1"/>
            </a:lvl2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</p:txBody>
      </p:sp>
      <p:sp>
        <p:nvSpPr>
          <p:cNvPr id="16" name="日付プレースホルダー 1">
            <a:extLst>
              <a:ext uri="{FF2B5EF4-FFF2-40B4-BE49-F238E27FC236}">
                <a16:creationId xmlns:a16="http://schemas.microsoft.com/office/drawing/2014/main" id="{8892C5DB-AD7D-410A-6DE2-4FE021BE2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7" name="フッター プレースホルダー 2">
            <a:extLst>
              <a:ext uri="{FF2B5EF4-FFF2-40B4-BE49-F238E27FC236}">
                <a16:creationId xmlns:a16="http://schemas.microsoft.com/office/drawing/2014/main" id="{81ABC3FC-9276-C3A8-7993-F76ADC287B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8" name="スライド番号プレースホルダー 3">
            <a:extLst>
              <a:ext uri="{FF2B5EF4-FFF2-40B4-BE49-F238E27FC236}">
                <a16:creationId xmlns:a16="http://schemas.microsoft.com/office/drawing/2014/main" id="{FAD6E5D8-AA76-026B-A54A-283CE3CFD4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89665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付プレースホルダー 1">
            <a:extLst>
              <a:ext uri="{FF2B5EF4-FFF2-40B4-BE49-F238E27FC236}">
                <a16:creationId xmlns:a16="http://schemas.microsoft.com/office/drawing/2014/main" id="{EF2CAE83-6F34-1420-EEB5-0F5FD31236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9" name="フッター プレースホルダー 2">
            <a:extLst>
              <a:ext uri="{FF2B5EF4-FFF2-40B4-BE49-F238E27FC236}">
                <a16:creationId xmlns:a16="http://schemas.microsoft.com/office/drawing/2014/main" id="{A3FEFBCC-E2F6-FA70-A044-0256C87EB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0" name="スライド番号プレースホルダー 3">
            <a:extLst>
              <a:ext uri="{FF2B5EF4-FFF2-40B4-BE49-F238E27FC236}">
                <a16:creationId xmlns:a16="http://schemas.microsoft.com/office/drawing/2014/main" id="{0D2CE3D9-941E-CB62-E580-EFBD595267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4221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321670-5665-4EE5-8A2A-F14736D8B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75A43BB-9CC0-4EDC-AFE7-59947C14D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1">
            <a:extLst>
              <a:ext uri="{FF2B5EF4-FFF2-40B4-BE49-F238E27FC236}">
                <a16:creationId xmlns:a16="http://schemas.microsoft.com/office/drawing/2014/main" id="{D3EE1F33-60F3-16B8-DE59-F310E27B18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8" name="フッター プレースホルダー 2">
            <a:extLst>
              <a:ext uri="{FF2B5EF4-FFF2-40B4-BE49-F238E27FC236}">
                <a16:creationId xmlns:a16="http://schemas.microsoft.com/office/drawing/2014/main" id="{25783FF7-CCD2-F852-C383-9B8420E23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9" name="スライド番号プレースホルダー 3">
            <a:extLst>
              <a:ext uri="{FF2B5EF4-FFF2-40B4-BE49-F238E27FC236}">
                <a16:creationId xmlns:a16="http://schemas.microsoft.com/office/drawing/2014/main" id="{8224CC75-FF4C-B2D8-AC58-DED9E066DD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621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imada-sh@n-koei.jp" TargetMode="External"/><Relationship Id="rId2" Type="http://schemas.openxmlformats.org/officeDocument/2006/relationships/hyperlink" Target="mailto:ishimoto-ic@n-koei.j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kobayashi-hy@n-koei.jp" TargetMode="External"/><Relationship Id="rId5" Type="http://schemas.openxmlformats.org/officeDocument/2006/relationships/hyperlink" Target="mailto:mccruz@philkoei.com.ph" TargetMode="External"/><Relationship Id="rId4" Type="http://schemas.openxmlformats.org/officeDocument/2006/relationships/hyperlink" Target="mailto:kameoka-sn@ocglobal.jp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CC185FD9-2343-E360-2FD0-58340E95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コンテンツ プレースホルダー 4">
            <a:extLst>
              <a:ext uri="{FF2B5EF4-FFF2-40B4-BE49-F238E27FC236}">
                <a16:creationId xmlns:a16="http://schemas.microsoft.com/office/drawing/2014/main" id="{5CB94C31-E7CF-4CDA-B204-25E2B7C3A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7616" y="1307515"/>
            <a:ext cx="10515600" cy="3271015"/>
          </a:xfrm>
        </p:spPr>
        <p:txBody>
          <a:bodyPr lIns="36000" tIns="36000" rIns="36000" bIns="3600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Digital Correspondence Circulation System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Desk Net (Intranet) includes:</a:t>
            </a:r>
          </a:p>
          <a:p>
            <a:pPr lvl="1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Vehicle, meeting booking/availability </a:t>
            </a:r>
          </a:p>
          <a:p>
            <a:pPr lvl="1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staff/expert contact address, Mailing list</a:t>
            </a:r>
          </a:p>
          <a:p>
            <a:pPr lvl="1"/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schedule (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mobi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ja-JP" sz="2000" dirty="0" err="1">
                <a:latin typeface="Arial" panose="020B0604020202020204" pitchFamily="34" charset="0"/>
                <a:cs typeface="Arial" panose="020B0604020202020204" pitchFamily="34" charset="0"/>
              </a:rPr>
              <a:t>demobi</a:t>
            </a:r>
            <a:r>
              <a:rPr lang="en-US" altLang="ja-JP" sz="2000" dirty="0">
                <a:latin typeface="Arial" panose="020B0604020202020204" pitchFamily="34" charset="0"/>
                <a:cs typeface="Arial" panose="020B0604020202020204" pitchFamily="34" charset="0"/>
              </a:rPr>
              <a:t>, meeting schedule, site visit schedule etc.)</a:t>
            </a:r>
          </a:p>
          <a:p>
            <a:pPr>
              <a:buFontTx/>
              <a:buChar char="-"/>
            </a:pPr>
            <a:endParaRPr lang="en-US" altLang="ja-JP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ja-JP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PC and Software Inventory</a:t>
            </a:r>
          </a:p>
          <a:p>
            <a:pPr marL="0" indent="0">
              <a:buNone/>
            </a:pPr>
            <a:endParaRPr lang="en-US" altLang="ja-JP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76FD87A5-FD51-4E53-81C5-68977E2ED86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endParaRPr kumimoji="1" lang="en-US" altLang="ja-JP"/>
          </a:p>
          <a:p>
            <a:pPr marL="0" indent="0" algn="ctr">
              <a:buNone/>
            </a:pPr>
            <a:r>
              <a:rPr kumimoji="1" lang="en-US" altLang="ja-JP" sz="3600">
                <a:latin typeface="Arial" panose="020B0604020202020204" pitchFamily="34" charset="0"/>
                <a:cs typeface="Arial" panose="020B0604020202020204" pitchFamily="34" charset="0"/>
              </a:rPr>
              <a:t>Meeting Agenda</a:t>
            </a:r>
            <a:endParaRPr kumimoji="1" lang="ja-JP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日付プレースホルダー 1">
            <a:extLst>
              <a:ext uri="{FF2B5EF4-FFF2-40B4-BE49-F238E27FC236}">
                <a16:creationId xmlns:a16="http://schemas.microsoft.com/office/drawing/2014/main" id="{B0FCF9C8-B93D-42A9-56C9-A6CD4606F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3" name="フッター プレースホルダー 2">
            <a:extLst>
              <a:ext uri="{FF2B5EF4-FFF2-40B4-BE49-F238E27FC236}">
                <a16:creationId xmlns:a16="http://schemas.microsoft.com/office/drawing/2014/main" id="{AA497654-BDCF-199B-A4C8-1AFE78ABF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4" name="スライド番号プレースホルダー 3">
            <a:extLst>
              <a:ext uri="{FF2B5EF4-FFF2-40B4-BE49-F238E27FC236}">
                <a16:creationId xmlns:a16="http://schemas.microsoft.com/office/drawing/2014/main" id="{B877D252-503B-F366-6BA4-FB59B6DBB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79940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8AA2-2A02-9007-4BD7-D6317D65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4CEE0227-207C-1BFD-91E3-0B41E845F328}"/>
              </a:ext>
            </a:extLst>
          </p:cNvPr>
          <p:cNvSpPr/>
          <p:nvPr/>
        </p:nvSpPr>
        <p:spPr>
          <a:xfrm>
            <a:off x="7571232" y="1344168"/>
            <a:ext cx="4462272" cy="52852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4DECB44-0A90-4027-A8E9-73BFE63F9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B4264F9-7AAC-67FC-55BA-4A842838963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1. Digital Correspondence Circulation System</a:t>
            </a:r>
          </a:p>
          <a:p>
            <a:pPr marL="0" indent="0">
              <a:buNone/>
            </a:pP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9D9BA125-0A91-B78C-D7F0-10C651686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92FD3412-AB09-0B12-5B43-25E2689DB4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3F178D27-194C-65D3-483E-29D14D41D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2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ABF1312-1A79-CC8E-3E12-BAA721951396}"/>
              </a:ext>
            </a:extLst>
          </p:cNvPr>
          <p:cNvSpPr txBox="1"/>
          <p:nvPr/>
        </p:nvSpPr>
        <p:spPr>
          <a:xfrm>
            <a:off x="256032" y="1344168"/>
            <a:ext cx="279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In-Coming Letters</a:t>
            </a:r>
            <a:endParaRPr kumimoji="1" lang="ja-JP" alt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57BA7F-3C32-87B3-4649-A30B97BC1204}"/>
              </a:ext>
            </a:extLst>
          </p:cNvPr>
          <p:cNvSpPr txBox="1"/>
          <p:nvPr/>
        </p:nvSpPr>
        <p:spPr>
          <a:xfrm>
            <a:off x="256032" y="1993392"/>
            <a:ext cx="205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 by:</a:t>
            </a:r>
          </a:p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DPWH, Design Team (Internal Memo), JV/AA etc.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C1E667DF-7958-D8FB-B4A6-713A61C3B26B}"/>
              </a:ext>
            </a:extLst>
          </p:cNvPr>
          <p:cNvSpPr/>
          <p:nvPr/>
        </p:nvSpPr>
        <p:spPr>
          <a:xfrm>
            <a:off x="2331736" y="2350008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1108237-90B0-88D2-756B-FD1A7C28E8E2}"/>
              </a:ext>
            </a:extLst>
          </p:cNvPr>
          <p:cNvSpPr txBox="1"/>
          <p:nvPr/>
        </p:nvSpPr>
        <p:spPr>
          <a:xfrm>
            <a:off x="2807207" y="1993392"/>
            <a:ext cx="2322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 by: Admin &amp; Secretary Team</a:t>
            </a:r>
          </a:p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</a:t>
            </a:r>
            <a:r>
              <a:rPr lang="en-US" altLang="ja-JP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the circulation system</a:t>
            </a:r>
            <a:endParaRPr kumimoji="1" lang="ja-JP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343D6061-994D-0E63-DE18-60E5E85DA94A}"/>
              </a:ext>
            </a:extLst>
          </p:cNvPr>
          <p:cNvSpPr/>
          <p:nvPr/>
        </p:nvSpPr>
        <p:spPr>
          <a:xfrm>
            <a:off x="5129768" y="2350008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FE7B91-4C10-6A87-4241-D0175B553AEB}"/>
              </a:ext>
            </a:extLst>
          </p:cNvPr>
          <p:cNvSpPr txBox="1"/>
          <p:nvPr/>
        </p:nvSpPr>
        <p:spPr>
          <a:xfrm>
            <a:off x="5532087" y="1993392"/>
            <a:ext cx="2322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PMT (PM, DPM, Co-PM) instruct P.I.C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DC857F1-95AC-D366-675C-1B73D537E810}"/>
              </a:ext>
            </a:extLst>
          </p:cNvPr>
          <p:cNvSpPr txBox="1"/>
          <p:nvPr/>
        </p:nvSpPr>
        <p:spPr>
          <a:xfrm>
            <a:off x="7571232" y="1981792"/>
            <a:ext cx="4364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To: Team Leader of BRT</a:t>
            </a:r>
          </a:p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CC: 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RDT      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         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　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BIMT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E9D9DB65-5CF6-A395-51EE-F98023B8C362}"/>
              </a:ext>
            </a:extLst>
          </p:cNvPr>
          <p:cNvSpPr/>
          <p:nvPr/>
        </p:nvSpPr>
        <p:spPr>
          <a:xfrm>
            <a:off x="7652004" y="4014002"/>
            <a:ext cx="4300728" cy="5122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****  </a:t>
            </a: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F72FDAA6-4434-B615-7ECB-C9E9891A61C6}"/>
              </a:ext>
            </a:extLst>
          </p:cNvPr>
          <p:cNvSpPr/>
          <p:nvPr/>
        </p:nvSpPr>
        <p:spPr>
          <a:xfrm>
            <a:off x="7638288" y="4578983"/>
            <a:ext cx="4300728" cy="98913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Instruction:  *****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6A802EAB-5F6D-B6C7-13E6-467062DDC44D}"/>
              </a:ext>
            </a:extLst>
          </p:cNvPr>
          <p:cNvSpPr/>
          <p:nvPr/>
        </p:nvSpPr>
        <p:spPr>
          <a:xfrm>
            <a:off x="7635240" y="5605212"/>
            <a:ext cx="4300728" cy="5122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Deadline: 21 June 2026  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9DE9B2D7-6E33-0D99-7BC8-330D58767F52}"/>
              </a:ext>
            </a:extLst>
          </p:cNvPr>
          <p:cNvSpPr/>
          <p:nvPr/>
        </p:nvSpPr>
        <p:spPr>
          <a:xfrm rot="10800000">
            <a:off x="7025633" y="5037762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209A6769-404B-35FC-F678-21BCA17E0E4B}"/>
              </a:ext>
            </a:extLst>
          </p:cNvPr>
          <p:cNvSpPr/>
          <p:nvPr/>
        </p:nvSpPr>
        <p:spPr>
          <a:xfrm>
            <a:off x="3367246" y="3592436"/>
            <a:ext cx="3618000" cy="281975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743DBEA1-1584-3689-80E9-44D7A893CA98}"/>
              </a:ext>
            </a:extLst>
          </p:cNvPr>
          <p:cNvSpPr txBox="1"/>
          <p:nvPr/>
        </p:nvSpPr>
        <p:spPr>
          <a:xfrm>
            <a:off x="3349719" y="3652234"/>
            <a:ext cx="33071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To: PMT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　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from: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BRT</a:t>
            </a:r>
            <a:endParaRPr kumimoji="1"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8B396A13-FD54-568D-021D-25713FFB3EA4}"/>
              </a:ext>
            </a:extLst>
          </p:cNvPr>
          <p:cNvSpPr/>
          <p:nvPr/>
        </p:nvSpPr>
        <p:spPr>
          <a:xfrm>
            <a:off x="3466486" y="4355880"/>
            <a:ext cx="3403777" cy="5122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****  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AE917E18-76FF-A7C7-5015-6380925BDFE6}"/>
              </a:ext>
            </a:extLst>
          </p:cNvPr>
          <p:cNvSpPr/>
          <p:nvPr/>
        </p:nvSpPr>
        <p:spPr>
          <a:xfrm>
            <a:off x="3431254" y="4986882"/>
            <a:ext cx="3439009" cy="8934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Reply:  *****</a:t>
            </a:r>
          </a:p>
        </p:txBody>
      </p:sp>
      <p:sp>
        <p:nvSpPr>
          <p:cNvPr id="30" name="四角形: 角を丸くする 29">
            <a:extLst>
              <a:ext uri="{FF2B5EF4-FFF2-40B4-BE49-F238E27FC236}">
                <a16:creationId xmlns:a16="http://schemas.microsoft.com/office/drawing/2014/main" id="{0F36D8F8-F4AD-8DD1-C860-3E8CA0C5CA55}"/>
              </a:ext>
            </a:extLst>
          </p:cNvPr>
          <p:cNvSpPr/>
          <p:nvPr/>
        </p:nvSpPr>
        <p:spPr>
          <a:xfrm>
            <a:off x="9045220" y="1371110"/>
            <a:ext cx="2907512" cy="61068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☐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Circulation only : CLOSE</a:t>
            </a:r>
          </a:p>
          <a:p>
            <a:r>
              <a:rPr lang="ja-JP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Action Required: OPEN</a:t>
            </a:r>
          </a:p>
        </p:txBody>
      </p:sp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D1980797-08DA-35A4-CB78-59E9601C2FC6}"/>
              </a:ext>
            </a:extLst>
          </p:cNvPr>
          <p:cNvSpPr/>
          <p:nvPr/>
        </p:nvSpPr>
        <p:spPr>
          <a:xfrm>
            <a:off x="5256682" y="5925913"/>
            <a:ext cx="1678636" cy="4291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Attachment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ja-JP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endParaRPr lang="en-US" altLang="ja-JP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矢印: 右 31">
            <a:extLst>
              <a:ext uri="{FF2B5EF4-FFF2-40B4-BE49-F238E27FC236}">
                <a16:creationId xmlns:a16="http://schemas.microsoft.com/office/drawing/2014/main" id="{2B71CDE3-4844-5E17-01C9-C5E6CEF79D66}"/>
              </a:ext>
            </a:extLst>
          </p:cNvPr>
          <p:cNvSpPr/>
          <p:nvPr/>
        </p:nvSpPr>
        <p:spPr>
          <a:xfrm rot="10800000">
            <a:off x="2832417" y="4044285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83B422F-389F-76E8-3ABF-A0D3AF5221FB}"/>
              </a:ext>
            </a:extLst>
          </p:cNvPr>
          <p:cNvSpPr txBox="1"/>
          <p:nvPr/>
        </p:nvSpPr>
        <p:spPr>
          <a:xfrm>
            <a:off x="223242" y="3801982"/>
            <a:ext cx="27980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PMT (PM, DPM, Co-PM) </a:t>
            </a:r>
          </a:p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check their </a:t>
            </a:r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</a:t>
            </a:r>
          </a:p>
          <a:p>
            <a:endParaRPr kumimoji="1" lang="en-US" altLang="ja-JP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 </a:t>
            </a:r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 comments, or </a:t>
            </a:r>
          </a:p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 If ok, </a:t>
            </a:r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reply to the DPWH etc. and change status of “CLOSE” in the system.</a:t>
            </a:r>
            <a:endParaRPr lang="ja-JP" altLang="en-US" dirty="0"/>
          </a:p>
          <a:p>
            <a:endParaRPr kumimoji="1" lang="en-US" altLang="ja-JP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B398A933-E797-D29F-E140-0952EF3D5CF9}"/>
              </a:ext>
            </a:extLst>
          </p:cNvPr>
          <p:cNvSpPr/>
          <p:nvPr/>
        </p:nvSpPr>
        <p:spPr>
          <a:xfrm>
            <a:off x="10274096" y="6154589"/>
            <a:ext cx="1678636" cy="4291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Attachment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ja-JP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endParaRPr lang="en-US" altLang="ja-JP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462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DE7D7-D374-67B0-5CC0-255945244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535EC6DC-F073-21E7-A842-1D75E550A051}"/>
              </a:ext>
            </a:extLst>
          </p:cNvPr>
          <p:cNvSpPr/>
          <p:nvPr/>
        </p:nvSpPr>
        <p:spPr>
          <a:xfrm>
            <a:off x="7571232" y="1801368"/>
            <a:ext cx="4462272" cy="349300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3919124-1B78-859F-74DB-FEE729925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26C27C-271D-AB1F-5392-485BB80BA05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1. Digital Correspondence Circulation System</a:t>
            </a:r>
          </a:p>
          <a:p>
            <a:pPr marL="0" indent="0">
              <a:buNone/>
            </a:pP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A1930DE0-4C40-0DCE-B408-1E74901B1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936F3CAF-C7D3-DC1D-C2AD-1B1AFEA4B6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8C48E725-CCD6-5E5C-2938-7DA8154CB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3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14313C9-6374-B746-774C-79BCBEE05E9A}"/>
              </a:ext>
            </a:extLst>
          </p:cNvPr>
          <p:cNvSpPr txBox="1"/>
          <p:nvPr/>
        </p:nvSpPr>
        <p:spPr>
          <a:xfrm>
            <a:off x="256032" y="1344168"/>
            <a:ext cx="279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kumimoji="1" lang="en-US" altLang="ja-JP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-Going Letters</a:t>
            </a:r>
            <a:endParaRPr kumimoji="1" lang="ja-JP" altLang="en-US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FC8B09D-893E-286F-5AB5-BCAA7FCDADEC}"/>
              </a:ext>
            </a:extLst>
          </p:cNvPr>
          <p:cNvSpPr txBox="1"/>
          <p:nvPr/>
        </p:nvSpPr>
        <p:spPr>
          <a:xfrm>
            <a:off x="256032" y="1993392"/>
            <a:ext cx="205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 send by:</a:t>
            </a:r>
          </a:p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DPM, Co-PM, Design Team (Internal Memo)</a:t>
            </a:r>
          </a:p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etc.</a:t>
            </a:r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01AA6483-E447-16A5-51BD-00D02480D570}"/>
              </a:ext>
            </a:extLst>
          </p:cNvPr>
          <p:cNvSpPr/>
          <p:nvPr/>
        </p:nvSpPr>
        <p:spPr>
          <a:xfrm>
            <a:off x="2331736" y="2350008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084AFFB-CF41-6E61-F624-0C4EBB2C0132}"/>
              </a:ext>
            </a:extLst>
          </p:cNvPr>
          <p:cNvSpPr txBox="1"/>
          <p:nvPr/>
        </p:nvSpPr>
        <p:spPr>
          <a:xfrm>
            <a:off x="5343120" y="1920009"/>
            <a:ext cx="23225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Received by: Admin &amp; Secretary Team</a:t>
            </a:r>
          </a:p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</a:t>
            </a:r>
            <a:r>
              <a:rPr lang="en-US" altLang="ja-JP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Register the circulation system</a:t>
            </a:r>
            <a:endParaRPr kumimoji="1" lang="ja-JP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04120DCB-DB58-3D2D-7746-D08785EEE4DB}"/>
              </a:ext>
            </a:extLst>
          </p:cNvPr>
          <p:cNvSpPr/>
          <p:nvPr/>
        </p:nvSpPr>
        <p:spPr>
          <a:xfrm>
            <a:off x="4940801" y="2361757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09463FF-DBAF-3278-2284-786562AA2B96}"/>
              </a:ext>
            </a:extLst>
          </p:cNvPr>
          <p:cNvSpPr txBox="1"/>
          <p:nvPr/>
        </p:nvSpPr>
        <p:spPr>
          <a:xfrm>
            <a:off x="2770631" y="1990941"/>
            <a:ext cx="23225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PM check the draft and sign (E-signature)</a:t>
            </a:r>
          </a:p>
          <a:p>
            <a:endParaRPr kumimoji="1" lang="en-US" altLang="ja-JP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333F3F7-D347-2EA7-497F-16C83680FA69}"/>
              </a:ext>
            </a:extLst>
          </p:cNvPr>
          <p:cNvSpPr txBox="1"/>
          <p:nvPr/>
        </p:nvSpPr>
        <p:spPr>
          <a:xfrm>
            <a:off x="7571232" y="1981792"/>
            <a:ext cx="43647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To: DPWH</a:t>
            </a:r>
          </a:p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CC: 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RDT      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         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SVT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　　✅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BIMT</a:t>
            </a:r>
            <a:r>
              <a:rPr lang="ja-JP" alt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□  </a:t>
            </a:r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**T</a:t>
            </a:r>
          </a:p>
          <a:p>
            <a:r>
              <a:rPr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ja-JP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BA92859D-5390-A2ED-01EC-C331EFB49A74}"/>
              </a:ext>
            </a:extLst>
          </p:cNvPr>
          <p:cNvSpPr/>
          <p:nvPr/>
        </p:nvSpPr>
        <p:spPr>
          <a:xfrm>
            <a:off x="7652004" y="4014002"/>
            <a:ext cx="4300728" cy="51227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 ****  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15E19DA9-38DA-64EE-7409-1755D759CE0A}"/>
              </a:ext>
            </a:extLst>
          </p:cNvPr>
          <p:cNvSpPr/>
          <p:nvPr/>
        </p:nvSpPr>
        <p:spPr>
          <a:xfrm>
            <a:off x="10257332" y="4667896"/>
            <a:ext cx="1678636" cy="42910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u="sng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Attachment</a:t>
            </a:r>
            <a:r>
              <a:rPr lang="en-US" altLang="ja-JP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ja-JP" altLang="en-US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endParaRPr lang="en-US" altLang="ja-JP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95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0A7E1-449B-5D84-79B6-1124BB5F0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37FC3E3A-614F-9A9C-043E-F0C05440D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日付プレースホルダー 1">
            <a:extLst>
              <a:ext uri="{FF2B5EF4-FFF2-40B4-BE49-F238E27FC236}">
                <a16:creationId xmlns:a16="http://schemas.microsoft.com/office/drawing/2014/main" id="{BF96ECCE-FD6E-6759-EF53-30BD088000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3" name="フッター プレースホルダー 2">
            <a:extLst>
              <a:ext uri="{FF2B5EF4-FFF2-40B4-BE49-F238E27FC236}">
                <a16:creationId xmlns:a16="http://schemas.microsoft.com/office/drawing/2014/main" id="{CBB9123E-5EB5-868C-D3A7-D23A0BBB3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4" name="スライド番号プレースホルダー 3">
            <a:extLst>
              <a:ext uri="{FF2B5EF4-FFF2-40B4-BE49-F238E27FC236}">
                <a16:creationId xmlns:a16="http://schemas.microsoft.com/office/drawing/2014/main" id="{26DD35DE-3AB2-9092-5AB5-50D6DD75F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4</a:t>
            </a:fld>
            <a:endParaRPr lang="ja-JP" altLang="en-US"/>
          </a:p>
        </p:txBody>
      </p:sp>
      <p:pic>
        <p:nvPicPr>
          <p:cNvPr id="2" name="図 1" descr="グラフィカル ユーザー インターフェイス&#10;&#10;AI 生成コンテンツは誤りを含む可能性があります。">
            <a:extLst>
              <a:ext uri="{FF2B5EF4-FFF2-40B4-BE49-F238E27FC236}">
                <a16:creationId xmlns:a16="http://schemas.microsoft.com/office/drawing/2014/main" id="{CCEC9653-4699-7F3B-8B22-D97DFD491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409" y="384631"/>
            <a:ext cx="5543181" cy="6353109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433E1474-130C-1B44-309D-078E937D5239}"/>
              </a:ext>
            </a:extLst>
          </p:cNvPr>
          <p:cNvSpPr txBox="1">
            <a:spLocks/>
          </p:cNvSpPr>
          <p:nvPr/>
        </p:nvSpPr>
        <p:spPr>
          <a:xfrm>
            <a:off x="161544" y="384631"/>
            <a:ext cx="10515600" cy="723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14350" indent="-51435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+mj-lt"/>
              <a:buAutoNum type="arabicPeriod"/>
              <a:defRPr kumimoji="1"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+mj-lt"/>
              <a:buAutoNum type="arabicPeriod"/>
              <a:defRPr kumimoji="1"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+mj-lt"/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1. Digital Correspondence Circulation System</a:t>
            </a:r>
          </a:p>
          <a:p>
            <a:pPr marL="0" indent="0">
              <a:buFont typeface="+mj-lt"/>
              <a:buNone/>
            </a:pP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96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76C71-8461-43BB-9DCB-728663C42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CE0C60-5ECE-40F1-9EB4-FD633404580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009D4DF3-7EFD-C3CE-3D07-AC91897471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3E75DE9B-B437-4157-D480-9B745387C0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148E0C03-52AD-71E5-790B-415FC9C0F2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5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533C95-845C-DD6F-992A-421781EEAAE4}"/>
              </a:ext>
            </a:extLst>
          </p:cNvPr>
          <p:cNvSpPr txBox="1"/>
          <p:nvPr/>
        </p:nvSpPr>
        <p:spPr>
          <a:xfrm>
            <a:off x="116569" y="1324094"/>
            <a:ext cx="4711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1) vehicle booking/availability 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2111ADE-5EAE-68FE-23C2-B2450111B9D6}"/>
              </a:ext>
            </a:extLst>
          </p:cNvPr>
          <p:cNvSpPr txBox="1"/>
          <p:nvPr/>
        </p:nvSpPr>
        <p:spPr>
          <a:xfrm>
            <a:off x="256032" y="1900637"/>
            <a:ext cx="5650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(expert/staff) submit </a:t>
            </a:r>
            <a:r>
              <a:rPr lang="en-PH" altLang="ja-JP" b="1" dirty="0"/>
              <a:t>Form 07-Vehicle Request</a:t>
            </a:r>
          </a:p>
          <a:p>
            <a:r>
              <a:rPr lang="en-PH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Adm team. </a:t>
            </a:r>
            <a:r>
              <a:rPr lang="en-PH" altLang="ja-JP" b="1" dirty="0"/>
              <a:t> </a:t>
            </a:r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6C46A47F-C581-4791-265E-884689316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69" y="2592481"/>
            <a:ext cx="5400000" cy="3998120"/>
          </a:xfrm>
          <a:prstGeom prst="rect">
            <a:avLst/>
          </a:prstGeom>
          <a:noFill/>
        </p:spPr>
      </p:pic>
      <p:sp>
        <p:nvSpPr>
          <p:cNvPr id="16" name="矢印: 右 15">
            <a:extLst>
              <a:ext uri="{FF2B5EF4-FFF2-40B4-BE49-F238E27FC236}">
                <a16:creationId xmlns:a16="http://schemas.microsoft.com/office/drawing/2014/main" id="{F4FD6765-ED28-23A5-8A8D-39A07235FF44}"/>
              </a:ext>
            </a:extLst>
          </p:cNvPr>
          <p:cNvSpPr/>
          <p:nvPr/>
        </p:nvSpPr>
        <p:spPr>
          <a:xfrm>
            <a:off x="5863807" y="2154511"/>
            <a:ext cx="402319" cy="512064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C20957B-E83F-5F38-4908-EB1301469DD7}"/>
              </a:ext>
            </a:extLst>
          </p:cNvPr>
          <p:cNvSpPr txBox="1"/>
          <p:nvPr/>
        </p:nvSpPr>
        <p:spPr>
          <a:xfrm>
            <a:off x="6541008" y="1906679"/>
            <a:ext cx="56509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Adm team inputs the schedule into the Desk Net.</a:t>
            </a:r>
          </a:p>
          <a:p>
            <a:endParaRPr lang="en-PH" altLang="ja-JP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PH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 next slide. </a:t>
            </a:r>
            <a:r>
              <a:rPr lang="en-PH" altLang="ja-JP" b="1" dirty="0"/>
              <a:t> </a:t>
            </a:r>
            <a:r>
              <a:rPr lang="en-US" altLang="ja-JP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ja-JP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07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D581-E875-F3B6-D50B-8EF682B5E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B1D78C-8D56-ED70-F692-D5365F15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D021C4-211F-D9E6-5534-EB448956D13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B5D08AB8-F50D-3291-4193-D7F53B291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81E690A2-8AB4-B6BD-67B9-ACF31DEF64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F75433AE-06F6-560C-CAB2-156BE7FB0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6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6DA5E2-0B60-EC1C-5B98-CB2BD9F5DD25}"/>
              </a:ext>
            </a:extLst>
          </p:cNvPr>
          <p:cNvSpPr txBox="1"/>
          <p:nvPr/>
        </p:nvSpPr>
        <p:spPr>
          <a:xfrm>
            <a:off x="116569" y="1324094"/>
            <a:ext cx="4711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1) vehicle booking/availability 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88B41ED-21BF-CEFA-1F44-6671AB8C873E}"/>
              </a:ext>
            </a:extLst>
          </p:cNvPr>
          <p:cNvSpPr/>
          <p:nvPr/>
        </p:nvSpPr>
        <p:spPr>
          <a:xfrm>
            <a:off x="1019175" y="1861960"/>
            <a:ext cx="11014329" cy="4767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FA00B82-8602-C018-CAF5-72444F03AC60}"/>
              </a:ext>
            </a:extLst>
          </p:cNvPr>
          <p:cNvSpPr txBox="1"/>
          <p:nvPr/>
        </p:nvSpPr>
        <p:spPr>
          <a:xfrm>
            <a:off x="6382512" y="1324094"/>
            <a:ext cx="1437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kumimoji="1" lang="ja-JP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B8AA1484-7FFB-8A25-51E3-8F90A7DF5B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916368"/>
              </p:ext>
            </p:extLst>
          </p:nvPr>
        </p:nvGraphicFramePr>
        <p:xfrm>
          <a:off x="1115980" y="2181122"/>
          <a:ext cx="10818844" cy="4040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9272">
                  <a:extLst>
                    <a:ext uri="{9D8B030D-6E8A-4147-A177-3AD203B41FA5}">
                      <a16:colId xmlns:a16="http://schemas.microsoft.com/office/drawing/2014/main" val="70397940"/>
                    </a:ext>
                  </a:extLst>
                </a:gridCol>
                <a:gridCol w="1809272">
                  <a:extLst>
                    <a:ext uri="{9D8B030D-6E8A-4147-A177-3AD203B41FA5}">
                      <a16:colId xmlns:a16="http://schemas.microsoft.com/office/drawing/2014/main" val="2774138238"/>
                    </a:ext>
                  </a:extLst>
                </a:gridCol>
                <a:gridCol w="1044995">
                  <a:extLst>
                    <a:ext uri="{9D8B030D-6E8A-4147-A177-3AD203B41FA5}">
                      <a16:colId xmlns:a16="http://schemas.microsoft.com/office/drawing/2014/main" val="734313497"/>
                    </a:ext>
                  </a:extLst>
                </a:gridCol>
                <a:gridCol w="1005861">
                  <a:extLst>
                    <a:ext uri="{9D8B030D-6E8A-4147-A177-3AD203B41FA5}">
                      <a16:colId xmlns:a16="http://schemas.microsoft.com/office/drawing/2014/main" val="1216209404"/>
                    </a:ext>
                  </a:extLst>
                </a:gridCol>
                <a:gridCol w="1028722">
                  <a:extLst>
                    <a:ext uri="{9D8B030D-6E8A-4147-A177-3AD203B41FA5}">
                      <a16:colId xmlns:a16="http://schemas.microsoft.com/office/drawing/2014/main" val="1714712435"/>
                    </a:ext>
                  </a:extLst>
                </a:gridCol>
                <a:gridCol w="1005861">
                  <a:extLst>
                    <a:ext uri="{9D8B030D-6E8A-4147-A177-3AD203B41FA5}">
                      <a16:colId xmlns:a16="http://schemas.microsoft.com/office/drawing/2014/main" val="2118044287"/>
                    </a:ext>
                  </a:extLst>
                </a:gridCol>
                <a:gridCol w="1038287">
                  <a:extLst>
                    <a:ext uri="{9D8B030D-6E8A-4147-A177-3AD203B41FA5}">
                      <a16:colId xmlns:a16="http://schemas.microsoft.com/office/drawing/2014/main" val="342268497"/>
                    </a:ext>
                  </a:extLst>
                </a:gridCol>
                <a:gridCol w="1038287">
                  <a:extLst>
                    <a:ext uri="{9D8B030D-6E8A-4147-A177-3AD203B41FA5}">
                      <a16:colId xmlns:a16="http://schemas.microsoft.com/office/drawing/2014/main" val="3376369179"/>
                    </a:ext>
                  </a:extLst>
                </a:gridCol>
                <a:gridCol w="1038287">
                  <a:extLst>
                    <a:ext uri="{9D8B030D-6E8A-4147-A177-3AD203B41FA5}">
                      <a16:colId xmlns:a16="http://schemas.microsoft.com/office/drawing/2014/main" val="2009655990"/>
                    </a:ext>
                  </a:extLst>
                </a:gridCol>
              </a:tblGrid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Vehicle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Driver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Mon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Tue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Wed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Thu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Fri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Sat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Sun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652647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Toyota Fortuna</a:t>
                      </a:r>
                    </a:p>
                    <a:p>
                      <a:r>
                        <a:rPr kumimoji="1" lang="en-US" altLang="ja-JP" sz="1400" dirty="0"/>
                        <a:t>(</a:t>
                      </a:r>
                      <a:r>
                        <a:rPr kumimoji="1" lang="en-US" altLang="ja-JP" sz="1400" dirty="0" err="1"/>
                        <a:t>No.MNL</a:t>
                      </a:r>
                      <a:r>
                        <a:rPr kumimoji="1" lang="en-US" altLang="ja-JP" sz="1400" dirty="0"/>
                        <a:t>-***)</a:t>
                      </a:r>
                    </a:p>
                    <a:p>
                      <a:r>
                        <a:rPr kumimoji="1" lang="en-US" altLang="ja-JP" sz="1400" dirty="0"/>
                        <a:t>7 seats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Eric</a:t>
                      </a:r>
                    </a:p>
                    <a:p>
                      <a:r>
                        <a:rPr kumimoji="1" lang="en-US" altLang="ja-JP" sz="1400" dirty="0"/>
                        <a:t>097-333-****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9:00-12:00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50131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Nissan Terra</a:t>
                      </a:r>
                    </a:p>
                    <a:p>
                      <a:r>
                        <a:rPr kumimoji="1" lang="en-US" altLang="ja-JP" sz="1400" dirty="0"/>
                        <a:t>(No. )</a:t>
                      </a:r>
                    </a:p>
                    <a:p>
                      <a:r>
                        <a:rPr kumimoji="1" lang="en-US" altLang="ja-JP" sz="1400" dirty="0"/>
                        <a:t>7 seats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9:00-12:00</a:t>
                      </a:r>
                      <a:endParaRPr kumimoji="1" lang="ja-JP" altLang="en-US" sz="1400" dirty="0"/>
                    </a:p>
                    <a:p>
                      <a:r>
                        <a:rPr kumimoji="1" lang="en-US" altLang="ja-JP" sz="1400" dirty="0"/>
                        <a:t>Airport pick up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976139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Nissan Van</a:t>
                      </a:r>
                    </a:p>
                    <a:p>
                      <a:r>
                        <a:rPr kumimoji="1" lang="en-US" altLang="ja-JP" sz="1400" dirty="0"/>
                        <a:t>(No. )</a:t>
                      </a:r>
                    </a:p>
                    <a:p>
                      <a:r>
                        <a:rPr kumimoji="1" lang="en-US" altLang="ja-JP" sz="1400" dirty="0"/>
                        <a:t>12 seats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 dirty="0"/>
                    </a:p>
                    <a:p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7:00 -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 dirty="0"/>
                    </a:p>
                    <a:p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site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 dirty="0"/>
                    </a:p>
                    <a:p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Site 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 dirty="0"/>
                    </a:p>
                    <a:p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site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en-US" altLang="ja-JP" sz="1400" dirty="0"/>
                    </a:p>
                    <a:p>
                      <a:endParaRPr kumimoji="1" lang="en-US" altLang="ja-JP" sz="1400" dirty="0"/>
                    </a:p>
                    <a:p>
                      <a:r>
                        <a:rPr kumimoji="1" lang="en-US" altLang="ja-JP" sz="1400" dirty="0"/>
                        <a:t>Return 17:00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67748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35673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7F8B3D-097D-29B5-5901-4030048339B7}"/>
              </a:ext>
            </a:extLst>
          </p:cNvPr>
          <p:cNvSpPr txBox="1"/>
          <p:nvPr/>
        </p:nvSpPr>
        <p:spPr>
          <a:xfrm>
            <a:off x="1352551" y="1746625"/>
            <a:ext cx="2913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June 8 - 14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3E3C7A7-F2E7-E517-6512-F85D11D42D20}"/>
              </a:ext>
            </a:extLst>
          </p:cNvPr>
          <p:cNvSpPr txBox="1"/>
          <p:nvPr/>
        </p:nvSpPr>
        <p:spPr>
          <a:xfrm>
            <a:off x="10497698" y="1728372"/>
            <a:ext cx="168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week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矢印: 左右 5">
            <a:extLst>
              <a:ext uri="{FF2B5EF4-FFF2-40B4-BE49-F238E27FC236}">
                <a16:creationId xmlns:a16="http://schemas.microsoft.com/office/drawing/2014/main" id="{702EA17C-63E3-6332-B941-5A3344D79EEB}"/>
              </a:ext>
            </a:extLst>
          </p:cNvPr>
          <p:cNvSpPr/>
          <p:nvPr/>
        </p:nvSpPr>
        <p:spPr>
          <a:xfrm>
            <a:off x="5940170" y="4603256"/>
            <a:ext cx="4638675" cy="36195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963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445C2-D64D-3C56-EF1B-5157E8E3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147BA0-2D59-9790-0DB8-A6B5B4A51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892179-C43E-C157-9019-A2E9BF2EBF9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915156B2-580C-CC65-2E78-EEB53A582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57C4F7FE-0CD5-6C33-34BB-8143E09F38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367244F5-29E6-5FCF-454D-5B5953783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7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D109F87-6ADB-7090-FC4A-34919C336A19}"/>
              </a:ext>
            </a:extLst>
          </p:cNvPr>
          <p:cNvSpPr txBox="1"/>
          <p:nvPr/>
        </p:nvSpPr>
        <p:spPr>
          <a:xfrm>
            <a:off x="116569" y="1324094"/>
            <a:ext cx="58236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2) Meeting room booking/availability 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B9637E80-CDA3-011A-C36B-EDF7008A5573}"/>
              </a:ext>
            </a:extLst>
          </p:cNvPr>
          <p:cNvSpPr/>
          <p:nvPr/>
        </p:nvSpPr>
        <p:spPr>
          <a:xfrm>
            <a:off x="1019175" y="1861960"/>
            <a:ext cx="11014329" cy="47674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EA1FF44-C34A-4FD5-2A6E-725AE4C03798}"/>
              </a:ext>
            </a:extLst>
          </p:cNvPr>
          <p:cNvSpPr txBox="1"/>
          <p:nvPr/>
        </p:nvSpPr>
        <p:spPr>
          <a:xfrm>
            <a:off x="6382512" y="1324094"/>
            <a:ext cx="1437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Image</a:t>
            </a:r>
            <a:endParaRPr kumimoji="1" lang="ja-JP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表 18">
            <a:extLst>
              <a:ext uri="{FF2B5EF4-FFF2-40B4-BE49-F238E27FC236}">
                <a16:creationId xmlns:a16="http://schemas.microsoft.com/office/drawing/2014/main" id="{9B165DEB-3AE0-15F0-5AA1-F89235F0FF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384163"/>
              </p:ext>
            </p:extLst>
          </p:nvPr>
        </p:nvGraphicFramePr>
        <p:xfrm>
          <a:off x="1115979" y="2181122"/>
          <a:ext cx="10591372" cy="3591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6924">
                  <a:extLst>
                    <a:ext uri="{9D8B030D-6E8A-4147-A177-3AD203B41FA5}">
                      <a16:colId xmlns:a16="http://schemas.microsoft.com/office/drawing/2014/main" val="70397940"/>
                    </a:ext>
                  </a:extLst>
                </a:gridCol>
                <a:gridCol w="1228463">
                  <a:extLst>
                    <a:ext uri="{9D8B030D-6E8A-4147-A177-3AD203B41FA5}">
                      <a16:colId xmlns:a16="http://schemas.microsoft.com/office/drawing/2014/main" val="734313497"/>
                    </a:ext>
                  </a:extLst>
                </a:gridCol>
                <a:gridCol w="1182459">
                  <a:extLst>
                    <a:ext uri="{9D8B030D-6E8A-4147-A177-3AD203B41FA5}">
                      <a16:colId xmlns:a16="http://schemas.microsoft.com/office/drawing/2014/main" val="1216209404"/>
                    </a:ext>
                  </a:extLst>
                </a:gridCol>
                <a:gridCol w="1209333">
                  <a:extLst>
                    <a:ext uri="{9D8B030D-6E8A-4147-A177-3AD203B41FA5}">
                      <a16:colId xmlns:a16="http://schemas.microsoft.com/office/drawing/2014/main" val="1714712435"/>
                    </a:ext>
                  </a:extLst>
                </a:gridCol>
                <a:gridCol w="1182459">
                  <a:extLst>
                    <a:ext uri="{9D8B030D-6E8A-4147-A177-3AD203B41FA5}">
                      <a16:colId xmlns:a16="http://schemas.microsoft.com/office/drawing/2014/main" val="2118044287"/>
                    </a:ext>
                  </a:extLst>
                </a:gridCol>
                <a:gridCol w="1220578">
                  <a:extLst>
                    <a:ext uri="{9D8B030D-6E8A-4147-A177-3AD203B41FA5}">
                      <a16:colId xmlns:a16="http://schemas.microsoft.com/office/drawing/2014/main" val="342268497"/>
                    </a:ext>
                  </a:extLst>
                </a:gridCol>
                <a:gridCol w="1220578">
                  <a:extLst>
                    <a:ext uri="{9D8B030D-6E8A-4147-A177-3AD203B41FA5}">
                      <a16:colId xmlns:a16="http://schemas.microsoft.com/office/drawing/2014/main" val="3376369179"/>
                    </a:ext>
                  </a:extLst>
                </a:gridCol>
                <a:gridCol w="1220578">
                  <a:extLst>
                    <a:ext uri="{9D8B030D-6E8A-4147-A177-3AD203B41FA5}">
                      <a16:colId xmlns:a16="http://schemas.microsoft.com/office/drawing/2014/main" val="2009655990"/>
                    </a:ext>
                  </a:extLst>
                </a:gridCol>
              </a:tblGrid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Vehicle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Mon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Tue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Wed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Thu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Fri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Sat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400" dirty="0"/>
                        <a:t>Sun</a:t>
                      </a:r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652647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Room #</a:t>
                      </a:r>
                    </a:p>
                    <a:p>
                      <a:r>
                        <a:rPr kumimoji="1" lang="en-US" altLang="ja-JP" sz="1400" dirty="0"/>
                        <a:t>(max 8 persons)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9:00-12:00 (Adm team)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50131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Room #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(max 8 persons)</a:t>
                      </a:r>
                    </a:p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9:00-12:00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(BRT)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976139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r>
                        <a:rPr kumimoji="1" lang="en-US" altLang="ja-JP" sz="1400" dirty="0"/>
                        <a:t>Boardroom </a:t>
                      </a:r>
                    </a:p>
                    <a:p>
                      <a:r>
                        <a:rPr kumimoji="1" lang="en-US" altLang="ja-JP" sz="1400" dirty="0"/>
                        <a:t>(max </a:t>
                      </a:r>
                      <a:r>
                        <a:rPr kumimoji="1" lang="en-US" altLang="ja-JP" sz="1400"/>
                        <a:t>* persons)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400" dirty="0"/>
                        <a:t>9:00-12:00</a:t>
                      </a:r>
                      <a:endParaRPr kumimoji="1" lang="ja-JP" altLang="en-US" sz="1400" dirty="0"/>
                    </a:p>
                    <a:p>
                      <a:r>
                        <a:rPr kumimoji="1" lang="en-US" altLang="ja-JP" sz="1400" dirty="0"/>
                        <a:t>(bi-weekly meeting)</a:t>
                      </a:r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567748"/>
                  </a:ext>
                </a:extLst>
              </a:tr>
              <a:tr h="709613"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135673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084DE7-9294-460C-D638-D3DD15F860DE}"/>
              </a:ext>
            </a:extLst>
          </p:cNvPr>
          <p:cNvSpPr txBox="1"/>
          <p:nvPr/>
        </p:nvSpPr>
        <p:spPr>
          <a:xfrm>
            <a:off x="1352551" y="1746625"/>
            <a:ext cx="2913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Week June 8 - 14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78192D5-68F0-7597-A6B6-519700266B47}"/>
              </a:ext>
            </a:extLst>
          </p:cNvPr>
          <p:cNvSpPr txBox="1"/>
          <p:nvPr/>
        </p:nvSpPr>
        <p:spPr>
          <a:xfrm>
            <a:off x="10497698" y="1728372"/>
            <a:ext cx="168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week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261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929AF-F470-891A-0D0E-356C49DE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1DC63-8F68-835F-188F-FB08A510B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285740-684E-6BA9-4949-37C4524BCEA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810CED88-9D40-19DC-CBDA-E6BAC3C5B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4E88F6AC-26E8-C297-7F37-9506FF6F4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6A84FBEA-D9C5-A2D3-5C88-4853E95C0B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8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A301313-F1EC-8AEC-30CF-96D9A0953C0C}"/>
              </a:ext>
            </a:extLst>
          </p:cNvPr>
          <p:cNvSpPr txBox="1"/>
          <p:nvPr/>
        </p:nvSpPr>
        <p:spPr>
          <a:xfrm>
            <a:off x="116569" y="1324094"/>
            <a:ext cx="7216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2) staff/expert contact address, Mailing list </a:t>
            </a:r>
          </a:p>
        </p:txBody>
      </p:sp>
      <p:graphicFrame>
        <p:nvGraphicFramePr>
          <p:cNvPr id="8" name="表 7">
            <a:extLst>
              <a:ext uri="{FF2B5EF4-FFF2-40B4-BE49-F238E27FC236}">
                <a16:creationId xmlns:a16="http://schemas.microsoft.com/office/drawing/2014/main" id="{3BC45889-BA80-0542-D691-33572ED0FC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6182695"/>
              </p:ext>
            </p:extLst>
          </p:nvPr>
        </p:nvGraphicFramePr>
        <p:xfrm>
          <a:off x="274320" y="1785759"/>
          <a:ext cx="11576304" cy="4440611"/>
        </p:xfrm>
        <a:graphic>
          <a:graphicData uri="http://schemas.openxmlformats.org/drawingml/2006/table">
            <a:tbl>
              <a:tblPr/>
              <a:tblGrid>
                <a:gridCol w="845363">
                  <a:extLst>
                    <a:ext uri="{9D8B030D-6E8A-4147-A177-3AD203B41FA5}">
                      <a16:colId xmlns:a16="http://schemas.microsoft.com/office/drawing/2014/main" val="924716320"/>
                    </a:ext>
                  </a:extLst>
                </a:gridCol>
                <a:gridCol w="3691996">
                  <a:extLst>
                    <a:ext uri="{9D8B030D-6E8A-4147-A177-3AD203B41FA5}">
                      <a16:colId xmlns:a16="http://schemas.microsoft.com/office/drawing/2014/main" val="1192218739"/>
                    </a:ext>
                  </a:extLst>
                </a:gridCol>
                <a:gridCol w="379551">
                  <a:extLst>
                    <a:ext uri="{9D8B030D-6E8A-4147-A177-3AD203B41FA5}">
                      <a16:colId xmlns:a16="http://schemas.microsoft.com/office/drawing/2014/main" val="2749420801"/>
                    </a:ext>
                  </a:extLst>
                </a:gridCol>
                <a:gridCol w="897120">
                  <a:extLst>
                    <a:ext uri="{9D8B030D-6E8A-4147-A177-3AD203B41FA5}">
                      <a16:colId xmlns:a16="http://schemas.microsoft.com/office/drawing/2014/main" val="1753636564"/>
                    </a:ext>
                  </a:extLst>
                </a:gridCol>
                <a:gridCol w="1880503">
                  <a:extLst>
                    <a:ext uri="{9D8B030D-6E8A-4147-A177-3AD203B41FA5}">
                      <a16:colId xmlns:a16="http://schemas.microsoft.com/office/drawing/2014/main" val="1345401680"/>
                    </a:ext>
                  </a:extLst>
                </a:gridCol>
                <a:gridCol w="2104782">
                  <a:extLst>
                    <a:ext uri="{9D8B030D-6E8A-4147-A177-3AD203B41FA5}">
                      <a16:colId xmlns:a16="http://schemas.microsoft.com/office/drawing/2014/main" val="1127489256"/>
                    </a:ext>
                  </a:extLst>
                </a:gridCol>
                <a:gridCol w="1776989">
                  <a:extLst>
                    <a:ext uri="{9D8B030D-6E8A-4147-A177-3AD203B41FA5}">
                      <a16:colId xmlns:a16="http://schemas.microsoft.com/office/drawing/2014/main" val="2224417691"/>
                    </a:ext>
                  </a:extLst>
                </a:gridCol>
              </a:tblGrid>
              <a:tr h="56047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Core Team (CT)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2C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022055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Project Management Team (PM)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  <a:r>
                        <a:rPr lang="en-US" alt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Name</a:t>
                      </a:r>
                      <a:endParaRPr lang="ja-JP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Email Address</a:t>
                      </a:r>
                      <a:r>
                        <a:rPr 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Mobil phone No.</a:t>
                      </a:r>
                      <a:r>
                        <a:rPr 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503248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Project Manager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Ichizuru Ishimoto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ishimoto-ic@n-koei.jp</a:t>
                      </a: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0917-179-2794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030741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Deputy Project Manager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Shimpei Imada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imada-sh@n-koei.jp</a:t>
                      </a: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0917-179-3176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808830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Safety Engineer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OCG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Shinya Kameoka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kameoka-sn@ocglobal.jp</a:t>
                      </a: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015518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Co-Project Manager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Diego Espiña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diegoespina27@gmail.com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87174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Project Coordinator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Millard Cruz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sng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mccruz@philkoei.com.ph</a:t>
                      </a:r>
                      <a:endParaRPr lang="ja-JP" sz="1100" b="0" i="0" u="sng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9040711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LE03A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Safety Engineer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Edito Bonicarlo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356284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LE04A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Schedule Manager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John Mallillin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978644"/>
                  </a:ext>
                </a:extLst>
              </a:tr>
              <a:tr h="39435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Environental Team (ENV)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100" b="1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285010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IE04A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Environmental Specialist (Natural)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Taiji Tanoguchi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tanoguchi@katahira.com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980864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Environmental Specialist (Social)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Hayato Kobayashi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kobayashi-hy@n-koei.jp</a:t>
                      </a: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565386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LE05A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Environmental Specialist (Natural)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Lalaine Catulong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131669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LE06A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Jr. Environmental Specialist (Natural)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Leonard Matias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Matias.lenard@yahoo.com.ph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003506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LE07A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RAP Specialist (Social)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Kimberly Inso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080418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LE08A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Property Appraiser Specialist (Social)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EDCOP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Jose Inventor Salvacion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3004777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LE09A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Indigenous Peoples Plan Specialist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Immanuel Lalo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dr.donatobumacas@yahoo.com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031215"/>
                  </a:ext>
                </a:extLst>
              </a:tr>
              <a:tr h="262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Document Team (SPC)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1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ja-JP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6589671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IE06A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Document/Contract Specialist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Danilo L. Lizardo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59096"/>
                  </a:ext>
                </a:extLst>
              </a:tr>
              <a:tr h="262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IE07A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Sr. Specification Writer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NK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Aye Myat Thu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aye.myat.thu@myanmar-koei.com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575611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LE10A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Specification Writer 1, Tunnel Works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KEI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Evangelina Santos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vsantos416@gmail.com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831339"/>
                  </a:ext>
                </a:extLst>
              </a:tr>
              <a:tr h="13997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LE11A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Specification Writer 2, Road&amp;Bridge Works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PKII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Dindo Cajegas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871390"/>
                  </a:ext>
                </a:extLst>
              </a:tr>
              <a:tr h="2629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LE12A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Specification Writer 3, Electrical &amp; Mechanical Works (DED)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EDCOP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Ryan Ramilo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ja-JP" sz="1100" b="0" i="0" u="none" strike="noStrike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ja-JP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游ゴシック" panose="020B0400000000000000" pitchFamily="50" charset="-128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186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5949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86C9F-A299-6F92-9D86-678A0C1D3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63868A-5EEE-9A5F-5E62-55BE60830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4A7880-EE46-A970-8C38-966B80BA583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89A87987-E1D5-CE56-2C03-DBF18F7E35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373FF6F5-96C2-426F-4465-1B80A2F79A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77AACDAB-FA67-86C5-E65A-1AA3008C3B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9</a:t>
            </a:fld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E5F807-7B95-8C0F-F0B5-9714CC484108}"/>
              </a:ext>
            </a:extLst>
          </p:cNvPr>
          <p:cNvSpPr txBox="1"/>
          <p:nvPr/>
        </p:nvSpPr>
        <p:spPr>
          <a:xfrm>
            <a:off x="116569" y="1324094"/>
            <a:ext cx="7216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2) staff/expert contact address, Mailing list </a:t>
            </a:r>
          </a:p>
        </p:txBody>
      </p:sp>
      <p:graphicFrame>
        <p:nvGraphicFramePr>
          <p:cNvPr id="6" name="表 5">
            <a:extLst>
              <a:ext uri="{FF2B5EF4-FFF2-40B4-BE49-F238E27FC236}">
                <a16:creationId xmlns:a16="http://schemas.microsoft.com/office/drawing/2014/main" id="{94B127CA-955B-60E3-2811-53A7079DB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917608"/>
              </p:ext>
            </p:extLst>
          </p:nvPr>
        </p:nvGraphicFramePr>
        <p:xfrm>
          <a:off x="340360" y="1940505"/>
          <a:ext cx="8721344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7117">
                  <a:extLst>
                    <a:ext uri="{9D8B030D-6E8A-4147-A177-3AD203B41FA5}">
                      <a16:colId xmlns:a16="http://schemas.microsoft.com/office/drawing/2014/main" val="2245736366"/>
                    </a:ext>
                  </a:extLst>
                </a:gridCol>
                <a:gridCol w="4833456">
                  <a:extLst>
                    <a:ext uri="{9D8B030D-6E8A-4147-A177-3AD203B41FA5}">
                      <a16:colId xmlns:a16="http://schemas.microsoft.com/office/drawing/2014/main" val="1149025873"/>
                    </a:ext>
                  </a:extLst>
                </a:gridCol>
                <a:gridCol w="3230771">
                  <a:extLst>
                    <a:ext uri="{9D8B030D-6E8A-4147-A177-3AD203B41FA5}">
                      <a16:colId xmlns:a16="http://schemas.microsoft.com/office/drawing/2014/main" val="18380452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No.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Mailing List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Purpose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8672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dirty="0"/>
                        <a:t>ml-7JV-members</a:t>
                      </a:r>
                      <a:r>
                        <a:rPr lang="en-US" altLang="ja-JP" dirty="0"/>
                        <a:t>@dpearp.com.ph</a:t>
                      </a:r>
                      <a:endParaRPr lang="ja-JP" altLang="en-US" dirty="0"/>
                    </a:p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JV (7 Japanese firms)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6837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ml-3Associate-members@dpearp.com.ph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Association (3 Local firms)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593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ml-all-engineers-DED@dpearp.com.ph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All engineers in DED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925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ja-JP" dirty="0"/>
                        <a:t>ml-PMT-DED@dpearp.com.ph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Project Management Team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775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5.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575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191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513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562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5512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AF8E8-2C14-EF1B-FFA4-BB82DFEC2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3D58B9-BEF9-7E81-FECB-46483C16F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84EE7F-5104-BADD-ED1A-F13D3B211FB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2. Desk Net (Intranet) </a:t>
            </a:r>
            <a:endParaRPr lang="ja-JP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490CFA7C-EC92-76BE-B723-FD6A6FFC6A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BCC93C4A-50DD-EE3E-1D37-9DA1D4C795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69FA2768-BC15-C29F-B1CA-BC6F1CE9F9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10</a:t>
            </a:fld>
            <a:endParaRPr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22226A6-C4AD-9157-934C-FF106F69B1D8}"/>
              </a:ext>
            </a:extLst>
          </p:cNvPr>
          <p:cNvSpPr txBox="1"/>
          <p:nvPr/>
        </p:nvSpPr>
        <p:spPr>
          <a:xfrm>
            <a:off x="116569" y="1324094"/>
            <a:ext cx="1167004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/>
              <a:t>3) 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Schedule (</a:t>
            </a:r>
            <a:r>
              <a:rPr lang="en-US" altLang="ja-JP" sz="2400" dirty="0" err="1">
                <a:latin typeface="Arial" panose="020B0604020202020204" pitchFamily="34" charset="0"/>
                <a:cs typeface="Arial" panose="020B0604020202020204" pitchFamily="34" charset="0"/>
              </a:rPr>
              <a:t>mobi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altLang="ja-JP" sz="2400" dirty="0" err="1">
                <a:latin typeface="Arial" panose="020B0604020202020204" pitchFamily="34" charset="0"/>
                <a:cs typeface="Arial" panose="020B0604020202020204" pitchFamily="34" charset="0"/>
              </a:rPr>
              <a:t>demobi</a:t>
            </a:r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, meeting schedule, deliverable schedule, site visit schedule etc.)</a:t>
            </a:r>
            <a:endParaRPr lang="en-US" altLang="ja-JP" sz="2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59259FEA-492C-BE7B-C868-C03856F7B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53" y="2490079"/>
            <a:ext cx="11353800" cy="412021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1F1EBF-1DC7-2A21-DCC9-48A9551C521A}"/>
              </a:ext>
            </a:extLst>
          </p:cNvPr>
          <p:cNvSpPr txBox="1"/>
          <p:nvPr/>
        </p:nvSpPr>
        <p:spPr>
          <a:xfrm>
            <a:off x="405384" y="2028414"/>
            <a:ext cx="168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2026 June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D3BEB53-4603-0B28-3FCD-C2197704A978}"/>
              </a:ext>
            </a:extLst>
          </p:cNvPr>
          <p:cNvSpPr txBox="1"/>
          <p:nvPr/>
        </p:nvSpPr>
        <p:spPr>
          <a:xfrm>
            <a:off x="10368838" y="6181353"/>
            <a:ext cx="16895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Next Month</a:t>
            </a:r>
            <a:endParaRPr kumimoji="1" lang="ja-JP" altLang="en-US" sz="2400" u="sng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54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F8EC-6CC7-DA0F-ADE1-93D6C25AF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EC0F14-34FD-1027-ADA8-4B08689F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85CEA4-2991-B600-94E7-AFD2B2B1B406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ja-JP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ja-JP" dirty="0">
                <a:latin typeface="Arial" panose="020B0604020202020204" pitchFamily="34" charset="0"/>
                <a:cs typeface="Arial" panose="020B0604020202020204" pitchFamily="34" charset="0"/>
              </a:rPr>
              <a:t>PC and Software Inventory</a:t>
            </a:r>
          </a:p>
        </p:txBody>
      </p:sp>
      <p:sp>
        <p:nvSpPr>
          <p:cNvPr id="10" name="日付プレースホルダー 1">
            <a:extLst>
              <a:ext uri="{FF2B5EF4-FFF2-40B4-BE49-F238E27FC236}">
                <a16:creationId xmlns:a16="http://schemas.microsoft.com/office/drawing/2014/main" id="{C0E22156-7B76-8F7D-F874-ED9EDB93BB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80722"/>
            <a:ext cx="144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ja-JP"/>
              <a:t>2026/03/23</a:t>
            </a:r>
            <a:endParaRPr lang="ja-JP" altLang="en-US"/>
          </a:p>
        </p:txBody>
      </p:sp>
      <p:sp>
        <p:nvSpPr>
          <p:cNvPr id="12" name="フッター プレースホルダー 2">
            <a:extLst>
              <a:ext uri="{FF2B5EF4-FFF2-40B4-BE49-F238E27FC236}">
                <a16:creationId xmlns:a16="http://schemas.microsoft.com/office/drawing/2014/main" id="{B70C00DF-E6D0-016C-108B-8D3FC2D637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63807" y="6580722"/>
            <a:ext cx="5400000" cy="216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ja-JP"/>
              <a:t>DAL-DED-NK-PKII Meeting (07)</a:t>
            </a:r>
            <a:endParaRPr lang="ja-JP" altLang="en-US"/>
          </a:p>
        </p:txBody>
      </p:sp>
      <p:sp>
        <p:nvSpPr>
          <p:cNvPr id="13" name="スライド番号プレースホルダー 3">
            <a:extLst>
              <a:ext uri="{FF2B5EF4-FFF2-40B4-BE49-F238E27FC236}">
                <a16:creationId xmlns:a16="http://schemas.microsoft.com/office/drawing/2014/main" id="{8A5AE91D-5DED-D3C4-A3E7-7B2ADAC9DE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7351" y="6580722"/>
            <a:ext cx="1800000" cy="216000"/>
          </a:xfrm>
          <a:prstGeom prst="rect">
            <a:avLst/>
          </a:prstGeom>
        </p:spPr>
        <p:txBody>
          <a:bodyPr/>
          <a:lstStyle>
            <a:lvl1pPr algn="r"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81F621E-EECB-4965-963B-BB6C8C1A80B1}" type="slidenum">
              <a:rPr lang="ja-JP" altLang="en-US" smtClean="0"/>
              <a:pPr/>
              <a:t>11</a:t>
            </a:fld>
            <a:endParaRPr lang="ja-JP" altLang="en-US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62AEFDF5-E966-F959-F804-68CBA2389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0117"/>
            <a:ext cx="12192000" cy="13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474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2e2d1be-6707-40f0-bc08-4d67c67f5c9b">
      <Terms xmlns="http://schemas.microsoft.com/office/infopath/2007/PartnerControls"/>
    </lcf76f155ced4ddcb4097134ff3c332f>
    <TaxCatchAll xmlns="438bc33a-be59-477f-894e-fe06cc5592a7" xsi:nil="true"/>
    <aaa xmlns="02e2d1be-6707-40f0-bc08-4d67c67f5c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230BC9BAE833A94D8EABAC2C34360C69" ma:contentTypeVersion="14" ma:contentTypeDescription="新しいドキュメントを作成します。" ma:contentTypeScope="" ma:versionID="c975c2358930b4fd5618f461679b89c0">
  <xsd:schema xmlns:xsd="http://www.w3.org/2001/XMLSchema" xmlns:xs="http://www.w3.org/2001/XMLSchema" xmlns:p="http://schemas.microsoft.com/office/2006/metadata/properties" xmlns:ns2="02e2d1be-6707-40f0-bc08-4d67c67f5c9b" xmlns:ns3="438bc33a-be59-477f-894e-fe06cc5592a7" targetNamespace="http://schemas.microsoft.com/office/2006/metadata/properties" ma:root="true" ma:fieldsID="971cb13419629e8762274edea2c54dfa" ns2:_="" ns3:_="">
    <xsd:import namespace="02e2d1be-6707-40f0-bc08-4d67c67f5c9b"/>
    <xsd:import namespace="438bc33a-be59-477f-894e-fe06cc5592a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BillingMetadata" minOccurs="0"/>
                <xsd:element ref="ns2:aa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e2d1be-6707-40f0-bc08-4d67c67f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87369404-55ef-400a-bfde-7777e30ffd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aaa" ma:index="21" nillable="true" ma:displayName="aaa" ma:format="Dropdown" ma:internalName="aaa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8bc33a-be59-477f-894e-fe06cc5592a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275501b-2554-44e5-8bb5-0e2b15ba882c}" ma:internalName="TaxCatchAll" ma:showField="CatchAllData" ma:web="438bc33a-be59-477f-894e-fe06cc5592a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52C51CA-8408-46A7-8950-09F196A3FFD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006B67-35F4-40D4-9E4C-FD849B71F71C}">
  <ds:schemaRefs>
    <ds:schemaRef ds:uri="http://schemas.openxmlformats.org/package/2006/metadata/core-properties"/>
    <ds:schemaRef ds:uri="02e2d1be-6707-40f0-bc08-4d67c67f5c9b"/>
    <ds:schemaRef ds:uri="http://purl.org/dc/dcmitype/"/>
    <ds:schemaRef ds:uri="http://schemas.microsoft.com/office/2006/documentManagement/types"/>
    <ds:schemaRef ds:uri="http://purl.org/dc/elements/1.1/"/>
    <ds:schemaRef ds:uri="438bc33a-be59-477f-894e-fe06cc5592a7"/>
    <ds:schemaRef ds:uri="http://purl.org/dc/terms/"/>
    <ds:schemaRef ds:uri="http://schemas.microsoft.com/office/2006/metadata/properti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EBF46F-CD47-4EE7-909A-698CA2C3BE5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e2d1be-6707-40f0-bc08-4d67c67f5c9b"/>
    <ds:schemaRef ds:uri="438bc33a-be59-477f-894e-fe06cc5592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708</TotalTime>
  <Words>1083</Words>
  <Application>Microsoft Office PowerPoint</Application>
  <PresentationFormat>ワイド画面</PresentationFormat>
  <Paragraphs>345</Paragraphs>
  <Slides>11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游ゴシック</vt:lpstr>
      <vt:lpstr>游ゴシック Light</vt:lpstr>
      <vt:lpstr>Arial</vt:lpstr>
      <vt:lpstr>Calibri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Ichizuru Ishimoto(石本　一鶴)</dc:creator>
  <cp:lastModifiedBy>Shimpei Imada(今田　進平)</cp:lastModifiedBy>
  <cp:revision>6</cp:revision>
  <dcterms:created xsi:type="dcterms:W3CDTF">2021-02-22T01:10:10Z</dcterms:created>
  <dcterms:modified xsi:type="dcterms:W3CDTF">2026-06-09T00:10:47Z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0x010100230BC9BAE833A94D8EABAC2C34360C69</vt:lpwstr>
  </property>
  <property fmtid="{D5CDD505-2E9C-101B-9397-08002B2CF9AE}" pid="3" name="Order">
    <vt:r8>19800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MediaServiceImageTags">
    <vt:lpwstr/>
  </property>
</Properties>
</file>